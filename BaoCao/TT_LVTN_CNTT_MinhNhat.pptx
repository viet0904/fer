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9"/>
  </p:notesMasterIdLst>
  <p:sldIdLst>
    <p:sldId id="256" r:id="rId2"/>
    <p:sldId id="257" r:id="rId3"/>
    <p:sldId id="259" r:id="rId4"/>
    <p:sldId id="265" r:id="rId5"/>
    <p:sldId id="266" r:id="rId6"/>
    <p:sldId id="268" r:id="rId7"/>
    <p:sldId id="260" r:id="rId8"/>
    <p:sldId id="258" r:id="rId9"/>
    <p:sldId id="269" r:id="rId10"/>
    <p:sldId id="270" r:id="rId11"/>
    <p:sldId id="271" r:id="rId12"/>
    <p:sldId id="273" r:id="rId13"/>
    <p:sldId id="274" r:id="rId14"/>
    <p:sldId id="275" r:id="rId15"/>
    <p:sldId id="276" r:id="rId16"/>
    <p:sldId id="277" r:id="rId17"/>
    <p:sldId id="278" r:id="rId18"/>
    <p:sldId id="279" r:id="rId19"/>
    <p:sldId id="280" r:id="rId20"/>
    <p:sldId id="281" r:id="rId21"/>
    <p:sldId id="282" r:id="rId22"/>
    <p:sldId id="294" r:id="rId23"/>
    <p:sldId id="295" r:id="rId24"/>
    <p:sldId id="283" r:id="rId25"/>
    <p:sldId id="284" r:id="rId26"/>
    <p:sldId id="285" r:id="rId27"/>
    <p:sldId id="286" r:id="rId28"/>
    <p:sldId id="287" r:id="rId29"/>
    <p:sldId id="288" r:id="rId30"/>
    <p:sldId id="289" r:id="rId31"/>
    <p:sldId id="290" r:id="rId32"/>
    <p:sldId id="291" r:id="rId33"/>
    <p:sldId id="292" r:id="rId34"/>
    <p:sldId id="293" r:id="rId35"/>
    <p:sldId id="262" r:id="rId36"/>
    <p:sldId id="264" r:id="rId37"/>
    <p:sldId id="263" r:id="rId38"/>
  </p:sldIdLst>
  <p:sldSz cx="12192000" cy="6858000"/>
  <p:notesSz cx="6858000" cy="9144000"/>
  <p:embeddedFontLst>
    <p:embeddedFont>
      <p:font typeface="Barlow" panose="00000500000000000000" pitchFamily="2" charset="0"/>
      <p:regular r:id="rId40"/>
      <p:bold r:id="rId41"/>
      <p:italic r:id="rId42"/>
      <p:boldItalic r:id="rId43"/>
    </p:embeddedFont>
    <p:embeddedFont>
      <p:font typeface="K2D" panose="00000500000000000000" pitchFamily="2" charset="-34"/>
      <p:regular r:id="rId44"/>
      <p:bold r:id="rId45"/>
      <p:italic r:id="rId46"/>
      <p:boldItalic r:id="rId47"/>
    </p:embeddedFont>
    <p:embeddedFont>
      <p:font typeface="Readex Pro" panose="020B0604020202020204" charset="-78"/>
      <p:regular r:id="rId48"/>
      <p:bold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5CAA"/>
    <a:srgbClr val="CCFFFF"/>
    <a:srgbClr val="00AFEF"/>
    <a:srgbClr val="FFFFFF"/>
    <a:srgbClr val="27ACE3"/>
    <a:srgbClr val="1F5CA9"/>
    <a:srgbClr val="F2F2F2"/>
    <a:srgbClr val="000000"/>
    <a:srgbClr val="D9D9D9"/>
    <a:srgbClr val="BABA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57" autoAdjust="0"/>
    <p:restoredTop sz="55782"/>
  </p:normalViewPr>
  <p:slideViewPr>
    <p:cSldViewPr snapToGrid="0">
      <p:cViewPr varScale="1">
        <p:scale>
          <a:sx n="82" d="100"/>
          <a:sy n="82" d="100"/>
        </p:scale>
        <p:origin x="749" y="7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06943F-3489-0D46-BBF3-368508261BF9}" type="datetimeFigureOut">
              <a:rPr lang="en-VN" smtClean="0"/>
              <a:t>04/01/2025</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01E8D6-E36F-8B41-85EE-9350AC7B47F6}" type="slidenum">
              <a:rPr lang="en-VN" smtClean="0"/>
              <a:t>‹#›</a:t>
            </a:fld>
            <a:endParaRPr lang="en-VN"/>
          </a:p>
        </p:txBody>
      </p:sp>
    </p:spTree>
    <p:extLst>
      <p:ext uri="{BB962C8B-B14F-4D97-AF65-F5344CB8AC3E}">
        <p14:creationId xmlns:p14="http://schemas.microsoft.com/office/powerpoint/2010/main" val="2414331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AB01E8D6-E36F-8B41-85EE-9350AC7B47F6}" type="slidenum">
              <a:rPr lang="en-VN" smtClean="0"/>
              <a:t>1</a:t>
            </a:fld>
            <a:endParaRPr lang="en-VN"/>
          </a:p>
        </p:txBody>
      </p:sp>
    </p:spTree>
    <p:extLst>
      <p:ext uri="{BB962C8B-B14F-4D97-AF65-F5344CB8AC3E}">
        <p14:creationId xmlns:p14="http://schemas.microsoft.com/office/powerpoint/2010/main" val="3955327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AB01E8D6-E36F-8B41-85EE-9350AC7B47F6}" type="slidenum">
              <a:rPr lang="en-VN" smtClean="0"/>
              <a:t>2</a:t>
            </a:fld>
            <a:endParaRPr lang="en-VN"/>
          </a:p>
        </p:txBody>
      </p:sp>
    </p:spTree>
    <p:extLst>
      <p:ext uri="{BB962C8B-B14F-4D97-AF65-F5344CB8AC3E}">
        <p14:creationId xmlns:p14="http://schemas.microsoft.com/office/powerpoint/2010/main" val="31424003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AB01E8D6-E36F-8B41-85EE-9350AC7B47F6}" type="slidenum">
              <a:rPr lang="en-VN" smtClean="0"/>
              <a:t>3</a:t>
            </a:fld>
            <a:endParaRPr lang="en-VN"/>
          </a:p>
        </p:txBody>
      </p:sp>
    </p:spTree>
    <p:extLst>
      <p:ext uri="{BB962C8B-B14F-4D97-AF65-F5344CB8AC3E}">
        <p14:creationId xmlns:p14="http://schemas.microsoft.com/office/powerpoint/2010/main" val="697554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AB01E8D6-E36F-8B41-85EE-9350AC7B47F6}" type="slidenum">
              <a:rPr lang="en-VN" smtClean="0"/>
              <a:t>4</a:t>
            </a:fld>
            <a:endParaRPr lang="en-VN"/>
          </a:p>
        </p:txBody>
      </p:sp>
    </p:spTree>
    <p:extLst>
      <p:ext uri="{BB962C8B-B14F-4D97-AF65-F5344CB8AC3E}">
        <p14:creationId xmlns:p14="http://schemas.microsoft.com/office/powerpoint/2010/main" val="3585583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AB01E8D6-E36F-8B41-85EE-9350AC7B47F6}" type="slidenum">
              <a:rPr lang="en-VN" smtClean="0"/>
              <a:t>5</a:t>
            </a:fld>
            <a:endParaRPr lang="en-VN"/>
          </a:p>
        </p:txBody>
      </p:sp>
    </p:spTree>
    <p:extLst>
      <p:ext uri="{BB962C8B-B14F-4D97-AF65-F5344CB8AC3E}">
        <p14:creationId xmlns:p14="http://schemas.microsoft.com/office/powerpoint/2010/main" val="645984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AB01E8D6-E36F-8B41-85EE-9350AC7B47F6}" type="slidenum">
              <a:rPr lang="en-VN" smtClean="0"/>
              <a:t>6</a:t>
            </a:fld>
            <a:endParaRPr lang="en-VN"/>
          </a:p>
        </p:txBody>
      </p:sp>
    </p:spTree>
    <p:extLst>
      <p:ext uri="{BB962C8B-B14F-4D97-AF65-F5344CB8AC3E}">
        <p14:creationId xmlns:p14="http://schemas.microsoft.com/office/powerpoint/2010/main" val="3325593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AB01E8D6-E36F-8B41-85EE-9350AC7B47F6}" type="slidenum">
              <a:rPr lang="en-VN" smtClean="0"/>
              <a:t>7</a:t>
            </a:fld>
            <a:endParaRPr lang="en-VN"/>
          </a:p>
        </p:txBody>
      </p:sp>
    </p:spTree>
    <p:extLst>
      <p:ext uri="{BB962C8B-B14F-4D97-AF65-F5344CB8AC3E}">
        <p14:creationId xmlns:p14="http://schemas.microsoft.com/office/powerpoint/2010/main" val="31976092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AB01E8D6-E36F-8B41-85EE-9350AC7B47F6}" type="slidenum">
              <a:rPr lang="en-VN" smtClean="0"/>
              <a:t>8</a:t>
            </a:fld>
            <a:endParaRPr lang="en-VN"/>
          </a:p>
        </p:txBody>
      </p:sp>
    </p:spTree>
    <p:extLst>
      <p:ext uri="{BB962C8B-B14F-4D97-AF65-F5344CB8AC3E}">
        <p14:creationId xmlns:p14="http://schemas.microsoft.com/office/powerpoint/2010/main" val="439450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AB01E8D6-E36F-8B41-85EE-9350AC7B47F6}" type="slidenum">
              <a:rPr lang="en-VN" smtClean="0"/>
              <a:t>9</a:t>
            </a:fld>
            <a:endParaRPr lang="en-VN"/>
          </a:p>
        </p:txBody>
      </p:sp>
    </p:spTree>
    <p:extLst>
      <p:ext uri="{BB962C8B-B14F-4D97-AF65-F5344CB8AC3E}">
        <p14:creationId xmlns:p14="http://schemas.microsoft.com/office/powerpoint/2010/main" val="32436050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EB056-4782-D995-7A05-FD9AA88389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4E5D67-0281-B6E3-1F5E-90CC6ABEBF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4B4DF5-2332-23EA-24B5-D677077FAF7F}"/>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7D394FF5-E11C-6B67-B81B-85256C8D6088}"/>
              </a:ext>
            </a:extLst>
          </p:cNvPr>
          <p:cNvSpPr>
            <a:spLocks noGrp="1"/>
          </p:cNvSpPr>
          <p:nvPr>
            <p:ph type="sldNum" sz="quarter" idx="5"/>
          </p:nvPr>
        </p:nvSpPr>
        <p:spPr/>
        <p:txBody>
          <a:bodyPr/>
          <a:lstStyle/>
          <a:p>
            <a:fld id="{AB01E8D6-E36F-8B41-85EE-9350AC7B47F6}" type="slidenum">
              <a:rPr lang="en-VN" smtClean="0"/>
              <a:t>10</a:t>
            </a:fld>
            <a:endParaRPr lang="en-VN"/>
          </a:p>
        </p:txBody>
      </p:sp>
    </p:spTree>
    <p:extLst>
      <p:ext uri="{BB962C8B-B14F-4D97-AF65-F5344CB8AC3E}">
        <p14:creationId xmlns:p14="http://schemas.microsoft.com/office/powerpoint/2010/main" val="10693503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26E9B-FF79-443F-8D5A-556EDA5CE8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FF2E4-6727-8E36-D0E3-170A32C994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D78C89-B1B7-2312-DBE8-A379E3388424}"/>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86B012A8-B3D0-91C5-513F-C178A618F203}"/>
              </a:ext>
            </a:extLst>
          </p:cNvPr>
          <p:cNvSpPr>
            <a:spLocks noGrp="1"/>
          </p:cNvSpPr>
          <p:nvPr>
            <p:ph type="sldNum" sz="quarter" idx="5"/>
          </p:nvPr>
        </p:nvSpPr>
        <p:spPr/>
        <p:txBody>
          <a:bodyPr/>
          <a:lstStyle/>
          <a:p>
            <a:fld id="{AB01E8D6-E36F-8B41-85EE-9350AC7B47F6}" type="slidenum">
              <a:rPr lang="en-VN" smtClean="0"/>
              <a:t>11</a:t>
            </a:fld>
            <a:endParaRPr lang="en-VN"/>
          </a:p>
        </p:txBody>
      </p:sp>
    </p:spTree>
    <p:extLst>
      <p:ext uri="{BB962C8B-B14F-4D97-AF65-F5344CB8AC3E}">
        <p14:creationId xmlns:p14="http://schemas.microsoft.com/office/powerpoint/2010/main" val="13710523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F4FA4-0AF3-026D-67DF-D4912C4A43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A4B9CF-ACE9-29D9-5245-DB6F884DC1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B27924-622C-293E-11DA-760DF072294B}"/>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FCDB8729-C4B0-1DF1-5DEC-9E4AD4256226}"/>
              </a:ext>
            </a:extLst>
          </p:cNvPr>
          <p:cNvSpPr>
            <a:spLocks noGrp="1"/>
          </p:cNvSpPr>
          <p:nvPr>
            <p:ph type="sldNum" sz="quarter" idx="5"/>
          </p:nvPr>
        </p:nvSpPr>
        <p:spPr/>
        <p:txBody>
          <a:bodyPr/>
          <a:lstStyle/>
          <a:p>
            <a:fld id="{AB01E8D6-E36F-8B41-85EE-9350AC7B47F6}" type="slidenum">
              <a:rPr lang="en-VN" smtClean="0"/>
              <a:t>12</a:t>
            </a:fld>
            <a:endParaRPr lang="en-VN"/>
          </a:p>
        </p:txBody>
      </p:sp>
    </p:spTree>
    <p:extLst>
      <p:ext uri="{BB962C8B-B14F-4D97-AF65-F5344CB8AC3E}">
        <p14:creationId xmlns:p14="http://schemas.microsoft.com/office/powerpoint/2010/main" val="41891263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0A445-84AA-2D3B-45EF-DE74984BAF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506F60-C610-6513-D320-FE240E4811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37BA38-6EBB-F6D4-3618-3D28431DB0FF}"/>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31536AE8-7FFE-6890-2915-BFB9CD51FAAA}"/>
              </a:ext>
            </a:extLst>
          </p:cNvPr>
          <p:cNvSpPr>
            <a:spLocks noGrp="1"/>
          </p:cNvSpPr>
          <p:nvPr>
            <p:ph type="sldNum" sz="quarter" idx="5"/>
          </p:nvPr>
        </p:nvSpPr>
        <p:spPr/>
        <p:txBody>
          <a:bodyPr/>
          <a:lstStyle/>
          <a:p>
            <a:fld id="{AB01E8D6-E36F-8B41-85EE-9350AC7B47F6}" type="slidenum">
              <a:rPr lang="en-VN" smtClean="0"/>
              <a:t>13</a:t>
            </a:fld>
            <a:endParaRPr lang="en-VN"/>
          </a:p>
        </p:txBody>
      </p:sp>
    </p:spTree>
    <p:extLst>
      <p:ext uri="{BB962C8B-B14F-4D97-AF65-F5344CB8AC3E}">
        <p14:creationId xmlns:p14="http://schemas.microsoft.com/office/powerpoint/2010/main" val="34366856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A10DD-203F-52EB-C1FB-8385BC5C80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ABEF77-E16B-6924-2385-101EF804DF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1D3880-0511-72D4-E9C7-C2E727AC7AE8}"/>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2BDF8242-8F61-FBD1-1A91-4A6D477B3BE7}"/>
              </a:ext>
            </a:extLst>
          </p:cNvPr>
          <p:cNvSpPr>
            <a:spLocks noGrp="1"/>
          </p:cNvSpPr>
          <p:nvPr>
            <p:ph type="sldNum" sz="quarter" idx="5"/>
          </p:nvPr>
        </p:nvSpPr>
        <p:spPr/>
        <p:txBody>
          <a:bodyPr/>
          <a:lstStyle/>
          <a:p>
            <a:fld id="{AB01E8D6-E36F-8B41-85EE-9350AC7B47F6}" type="slidenum">
              <a:rPr lang="en-VN" smtClean="0"/>
              <a:t>14</a:t>
            </a:fld>
            <a:endParaRPr lang="en-VN"/>
          </a:p>
        </p:txBody>
      </p:sp>
    </p:spTree>
    <p:extLst>
      <p:ext uri="{BB962C8B-B14F-4D97-AF65-F5344CB8AC3E}">
        <p14:creationId xmlns:p14="http://schemas.microsoft.com/office/powerpoint/2010/main" val="1088656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71349-BA1E-82C1-A0F0-63D7F025D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6602AE-C683-76B6-D39D-F5FF184F47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DD823-8C1E-C3C4-817D-459403AA14DC}"/>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01DD6182-E7E7-3F84-13E9-B29600114E4F}"/>
              </a:ext>
            </a:extLst>
          </p:cNvPr>
          <p:cNvSpPr>
            <a:spLocks noGrp="1"/>
          </p:cNvSpPr>
          <p:nvPr>
            <p:ph type="sldNum" sz="quarter" idx="5"/>
          </p:nvPr>
        </p:nvSpPr>
        <p:spPr/>
        <p:txBody>
          <a:bodyPr/>
          <a:lstStyle/>
          <a:p>
            <a:fld id="{AB01E8D6-E36F-8B41-85EE-9350AC7B47F6}" type="slidenum">
              <a:rPr lang="en-VN" smtClean="0"/>
              <a:t>15</a:t>
            </a:fld>
            <a:endParaRPr lang="en-VN"/>
          </a:p>
        </p:txBody>
      </p:sp>
    </p:spTree>
    <p:extLst>
      <p:ext uri="{BB962C8B-B14F-4D97-AF65-F5344CB8AC3E}">
        <p14:creationId xmlns:p14="http://schemas.microsoft.com/office/powerpoint/2010/main" val="36766560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25A65-4FD6-5856-8A49-D4D5C32F3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6CA54-660A-26C7-66CE-ED0D2F951E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847166-9921-F7C9-26AD-9FA93C6ED33A}"/>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9E8EE970-6D5B-5AD8-C620-4A61FE7A6B2F}"/>
              </a:ext>
            </a:extLst>
          </p:cNvPr>
          <p:cNvSpPr>
            <a:spLocks noGrp="1"/>
          </p:cNvSpPr>
          <p:nvPr>
            <p:ph type="sldNum" sz="quarter" idx="5"/>
          </p:nvPr>
        </p:nvSpPr>
        <p:spPr/>
        <p:txBody>
          <a:bodyPr/>
          <a:lstStyle/>
          <a:p>
            <a:fld id="{AB01E8D6-E36F-8B41-85EE-9350AC7B47F6}" type="slidenum">
              <a:rPr lang="en-VN" smtClean="0"/>
              <a:t>16</a:t>
            </a:fld>
            <a:endParaRPr lang="en-VN"/>
          </a:p>
        </p:txBody>
      </p:sp>
    </p:spTree>
    <p:extLst>
      <p:ext uri="{BB962C8B-B14F-4D97-AF65-F5344CB8AC3E}">
        <p14:creationId xmlns:p14="http://schemas.microsoft.com/office/powerpoint/2010/main" val="26091488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7695B-BF87-58BE-BB2F-114A094303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9813FE-F87D-8CDC-0C0E-52EEA8291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D0662C-00DC-5AC4-E6EB-247ED162AAE9}"/>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6F640114-1A89-B9B0-F5ED-89F8C25412E3}"/>
              </a:ext>
            </a:extLst>
          </p:cNvPr>
          <p:cNvSpPr>
            <a:spLocks noGrp="1"/>
          </p:cNvSpPr>
          <p:nvPr>
            <p:ph type="sldNum" sz="quarter" idx="5"/>
          </p:nvPr>
        </p:nvSpPr>
        <p:spPr/>
        <p:txBody>
          <a:bodyPr/>
          <a:lstStyle/>
          <a:p>
            <a:fld id="{AB01E8D6-E36F-8B41-85EE-9350AC7B47F6}" type="slidenum">
              <a:rPr lang="en-VN" smtClean="0"/>
              <a:t>17</a:t>
            </a:fld>
            <a:endParaRPr lang="en-VN"/>
          </a:p>
        </p:txBody>
      </p:sp>
    </p:spTree>
    <p:extLst>
      <p:ext uri="{BB962C8B-B14F-4D97-AF65-F5344CB8AC3E}">
        <p14:creationId xmlns:p14="http://schemas.microsoft.com/office/powerpoint/2010/main" val="17641320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A4479-23EE-69B9-1D4E-A09AA4A3E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A2AE5A-967E-57EE-4BDE-5388D31C33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B53782-A562-395B-50F6-71EAD2B96A3D}"/>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6AF21AFA-03D8-250B-0788-57807A18F637}"/>
              </a:ext>
            </a:extLst>
          </p:cNvPr>
          <p:cNvSpPr>
            <a:spLocks noGrp="1"/>
          </p:cNvSpPr>
          <p:nvPr>
            <p:ph type="sldNum" sz="quarter" idx="5"/>
          </p:nvPr>
        </p:nvSpPr>
        <p:spPr/>
        <p:txBody>
          <a:bodyPr/>
          <a:lstStyle/>
          <a:p>
            <a:fld id="{AB01E8D6-E36F-8B41-85EE-9350AC7B47F6}" type="slidenum">
              <a:rPr lang="en-VN" smtClean="0"/>
              <a:t>18</a:t>
            </a:fld>
            <a:endParaRPr lang="en-VN"/>
          </a:p>
        </p:txBody>
      </p:sp>
    </p:spTree>
    <p:extLst>
      <p:ext uri="{BB962C8B-B14F-4D97-AF65-F5344CB8AC3E}">
        <p14:creationId xmlns:p14="http://schemas.microsoft.com/office/powerpoint/2010/main" val="17162430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1A976-7A47-CC1B-4B0A-77298D34C2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C3528C-3F95-FAE6-A8F4-D0C774BC5D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265B9D-7644-60BD-871A-52121FAF17CF}"/>
              </a:ext>
            </a:extLst>
          </p:cNvPr>
          <p:cNvSpPr>
            <a:spLocks noGrp="1"/>
          </p:cNvSpPr>
          <p:nvPr>
            <p:ph type="body" idx="1"/>
          </p:nvPr>
        </p:nvSpPr>
        <p:spPr/>
        <p:txBody>
          <a:bodyPr/>
          <a:lstStyle/>
          <a:p>
            <a:endParaRPr lang="vi-VN" sz="1200" dirty="0"/>
          </a:p>
        </p:txBody>
      </p:sp>
      <p:sp>
        <p:nvSpPr>
          <p:cNvPr id="4" name="Slide Number Placeholder 3">
            <a:extLst>
              <a:ext uri="{FF2B5EF4-FFF2-40B4-BE49-F238E27FC236}">
                <a16:creationId xmlns:a16="http://schemas.microsoft.com/office/drawing/2014/main" id="{1AD4F66D-C03E-42E8-AACE-5C9FF4A5ED11}"/>
              </a:ext>
            </a:extLst>
          </p:cNvPr>
          <p:cNvSpPr>
            <a:spLocks noGrp="1"/>
          </p:cNvSpPr>
          <p:nvPr>
            <p:ph type="sldNum" sz="quarter" idx="5"/>
          </p:nvPr>
        </p:nvSpPr>
        <p:spPr/>
        <p:txBody>
          <a:bodyPr/>
          <a:lstStyle/>
          <a:p>
            <a:fld id="{AB01E8D6-E36F-8B41-85EE-9350AC7B47F6}" type="slidenum">
              <a:rPr lang="en-VN" smtClean="0"/>
              <a:t>19</a:t>
            </a:fld>
            <a:endParaRPr lang="en-VN"/>
          </a:p>
        </p:txBody>
      </p:sp>
    </p:spTree>
    <p:extLst>
      <p:ext uri="{BB962C8B-B14F-4D97-AF65-F5344CB8AC3E}">
        <p14:creationId xmlns:p14="http://schemas.microsoft.com/office/powerpoint/2010/main" val="3501132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6B342-25D8-69F9-1CD6-94280CB54A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1EB71-6C35-E96B-ECCE-4F671889DF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94CA89-513A-5546-63F9-8CA854E879EB}"/>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5DECB23D-99FA-374C-8D6C-CB8423A22255}"/>
              </a:ext>
            </a:extLst>
          </p:cNvPr>
          <p:cNvSpPr>
            <a:spLocks noGrp="1"/>
          </p:cNvSpPr>
          <p:nvPr>
            <p:ph type="sldNum" sz="quarter" idx="5"/>
          </p:nvPr>
        </p:nvSpPr>
        <p:spPr/>
        <p:txBody>
          <a:bodyPr/>
          <a:lstStyle/>
          <a:p>
            <a:fld id="{AB01E8D6-E36F-8B41-85EE-9350AC7B47F6}" type="slidenum">
              <a:rPr lang="en-VN" smtClean="0"/>
              <a:t>20</a:t>
            </a:fld>
            <a:endParaRPr lang="en-VN"/>
          </a:p>
        </p:txBody>
      </p:sp>
    </p:spTree>
    <p:extLst>
      <p:ext uri="{BB962C8B-B14F-4D97-AF65-F5344CB8AC3E}">
        <p14:creationId xmlns:p14="http://schemas.microsoft.com/office/powerpoint/2010/main" val="14277303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6890C-09AF-E8E0-B4FD-BB5D820386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C8A1B-8F24-D454-5E0C-3C85BF4DFE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498463-C1F8-FFD7-04C8-2C3D43924A84}"/>
              </a:ext>
            </a:extLst>
          </p:cNvPr>
          <p:cNvSpPr>
            <a:spLocks noGrp="1"/>
          </p:cNvSpPr>
          <p:nvPr>
            <p:ph type="body" idx="1"/>
          </p:nvPr>
        </p:nvSpPr>
        <p:spPr/>
        <p:txBody>
          <a:bodyPr/>
          <a:lstStyle/>
          <a:p>
            <a:endParaRPr lang="vi-VN" sz="1200" dirty="0"/>
          </a:p>
        </p:txBody>
      </p:sp>
      <p:sp>
        <p:nvSpPr>
          <p:cNvPr id="4" name="Slide Number Placeholder 3">
            <a:extLst>
              <a:ext uri="{FF2B5EF4-FFF2-40B4-BE49-F238E27FC236}">
                <a16:creationId xmlns:a16="http://schemas.microsoft.com/office/drawing/2014/main" id="{82A4759E-E2B3-A659-B593-69BAF3C89DD6}"/>
              </a:ext>
            </a:extLst>
          </p:cNvPr>
          <p:cNvSpPr>
            <a:spLocks noGrp="1"/>
          </p:cNvSpPr>
          <p:nvPr>
            <p:ph type="sldNum" sz="quarter" idx="5"/>
          </p:nvPr>
        </p:nvSpPr>
        <p:spPr/>
        <p:txBody>
          <a:bodyPr/>
          <a:lstStyle/>
          <a:p>
            <a:fld id="{AB01E8D6-E36F-8B41-85EE-9350AC7B47F6}" type="slidenum">
              <a:rPr lang="en-VN" smtClean="0"/>
              <a:t>21</a:t>
            </a:fld>
            <a:endParaRPr lang="en-VN"/>
          </a:p>
        </p:txBody>
      </p:sp>
    </p:spTree>
    <p:extLst>
      <p:ext uri="{BB962C8B-B14F-4D97-AF65-F5344CB8AC3E}">
        <p14:creationId xmlns:p14="http://schemas.microsoft.com/office/powerpoint/2010/main" val="10286111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27C88-D524-D8C1-675F-3E1A831216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1C4FC8-5A16-07A2-C695-1C193F6268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3DC846-71DD-E72A-475B-21824921276D}"/>
              </a:ext>
            </a:extLst>
          </p:cNvPr>
          <p:cNvSpPr>
            <a:spLocks noGrp="1"/>
          </p:cNvSpPr>
          <p:nvPr>
            <p:ph type="body" idx="1"/>
          </p:nvPr>
        </p:nvSpPr>
        <p:spPr/>
        <p:txBody>
          <a:bodyPr/>
          <a:lstStyle/>
          <a:p>
            <a:endParaRPr lang="vi-VN" sz="1200" dirty="0"/>
          </a:p>
        </p:txBody>
      </p:sp>
      <p:sp>
        <p:nvSpPr>
          <p:cNvPr id="4" name="Slide Number Placeholder 3">
            <a:extLst>
              <a:ext uri="{FF2B5EF4-FFF2-40B4-BE49-F238E27FC236}">
                <a16:creationId xmlns:a16="http://schemas.microsoft.com/office/drawing/2014/main" id="{81A75E9B-71D6-168E-FBF2-0359B77C9F0B}"/>
              </a:ext>
            </a:extLst>
          </p:cNvPr>
          <p:cNvSpPr>
            <a:spLocks noGrp="1"/>
          </p:cNvSpPr>
          <p:nvPr>
            <p:ph type="sldNum" sz="quarter" idx="5"/>
          </p:nvPr>
        </p:nvSpPr>
        <p:spPr/>
        <p:txBody>
          <a:bodyPr/>
          <a:lstStyle/>
          <a:p>
            <a:fld id="{AB01E8D6-E36F-8B41-85EE-9350AC7B47F6}" type="slidenum">
              <a:rPr lang="en-VN" smtClean="0"/>
              <a:t>22</a:t>
            </a:fld>
            <a:endParaRPr lang="en-VN"/>
          </a:p>
        </p:txBody>
      </p:sp>
    </p:spTree>
    <p:extLst>
      <p:ext uri="{BB962C8B-B14F-4D97-AF65-F5344CB8AC3E}">
        <p14:creationId xmlns:p14="http://schemas.microsoft.com/office/powerpoint/2010/main" val="31645677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C6321-2BEE-7829-C54C-BCD1497820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1CFCA6-27C0-5422-A017-8E75F32EF2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4C8289-D5DC-87AE-7879-6E4E4AF4D11B}"/>
              </a:ext>
            </a:extLst>
          </p:cNvPr>
          <p:cNvSpPr>
            <a:spLocks noGrp="1"/>
          </p:cNvSpPr>
          <p:nvPr>
            <p:ph type="body" idx="1"/>
          </p:nvPr>
        </p:nvSpPr>
        <p:spPr/>
        <p:txBody>
          <a:bodyPr/>
          <a:lstStyle/>
          <a:p>
            <a:endParaRPr lang="vi-VN" sz="1200" dirty="0"/>
          </a:p>
        </p:txBody>
      </p:sp>
      <p:sp>
        <p:nvSpPr>
          <p:cNvPr id="4" name="Slide Number Placeholder 3">
            <a:extLst>
              <a:ext uri="{FF2B5EF4-FFF2-40B4-BE49-F238E27FC236}">
                <a16:creationId xmlns:a16="http://schemas.microsoft.com/office/drawing/2014/main" id="{E75D1377-8794-8076-8926-D585B7AA4CE6}"/>
              </a:ext>
            </a:extLst>
          </p:cNvPr>
          <p:cNvSpPr>
            <a:spLocks noGrp="1"/>
          </p:cNvSpPr>
          <p:nvPr>
            <p:ph type="sldNum" sz="quarter" idx="5"/>
          </p:nvPr>
        </p:nvSpPr>
        <p:spPr/>
        <p:txBody>
          <a:bodyPr/>
          <a:lstStyle/>
          <a:p>
            <a:fld id="{AB01E8D6-E36F-8B41-85EE-9350AC7B47F6}" type="slidenum">
              <a:rPr lang="en-VN" smtClean="0"/>
              <a:t>23</a:t>
            </a:fld>
            <a:endParaRPr lang="en-VN"/>
          </a:p>
        </p:txBody>
      </p:sp>
    </p:spTree>
    <p:extLst>
      <p:ext uri="{BB962C8B-B14F-4D97-AF65-F5344CB8AC3E}">
        <p14:creationId xmlns:p14="http://schemas.microsoft.com/office/powerpoint/2010/main" val="21093269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AB01E8D6-E36F-8B41-85EE-9350AC7B47F6}" type="slidenum">
              <a:rPr lang="en-VN" smtClean="0"/>
              <a:t>36</a:t>
            </a:fld>
            <a:endParaRPr lang="en-VN"/>
          </a:p>
        </p:txBody>
      </p:sp>
    </p:spTree>
    <p:extLst>
      <p:ext uri="{BB962C8B-B14F-4D97-AF65-F5344CB8AC3E}">
        <p14:creationId xmlns:p14="http://schemas.microsoft.com/office/powerpoint/2010/main" val="42330380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emf"/><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5.emf"/><Relationship Id="rId4"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1F5CAA"/>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493144" y="2008231"/>
            <a:ext cx="11205713" cy="1855310"/>
          </a:xfrm>
        </p:spPr>
        <p:txBody>
          <a:bodyPr anchor="b" anchorCtr="0">
            <a:normAutofit/>
          </a:bodyPr>
          <a:lstStyle>
            <a:lvl1pPr algn="ctr">
              <a:lnSpc>
                <a:spcPct val="100000"/>
              </a:lnSpc>
              <a:defRPr sz="4400" b="1" baseline="0">
                <a:solidFill>
                  <a:schemeClr val="bg1"/>
                </a:solidFill>
                <a:latin typeface="K2D" panose="00000500000000000000" pitchFamily="2" charset="-34"/>
                <a:cs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493144" y="3863542"/>
            <a:ext cx="11205713" cy="1036706"/>
          </a:xfrm>
        </p:spPr>
        <p:txBody>
          <a:bodyPr anchor="t" anchorCtr="0">
            <a:normAutofit/>
          </a:bodyPr>
          <a:lstStyle>
            <a:lvl1pPr marL="0" indent="0" algn="ctr">
              <a:buNone/>
              <a:defRPr sz="3200" baseline="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21" name="Picture 20">
            <a:extLst>
              <a:ext uri="{FF2B5EF4-FFF2-40B4-BE49-F238E27FC236}">
                <a16:creationId xmlns:a16="http://schemas.microsoft.com/office/drawing/2014/main" id="{D4C28A5F-55DF-474B-BB6F-9232AF06D3C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565071" y="682737"/>
            <a:ext cx="1061859" cy="1062060"/>
          </a:xfrm>
          <a:prstGeom prst="rect">
            <a:avLst/>
          </a:prstGeom>
        </p:spPr>
      </p:pic>
      <p:sp>
        <p:nvSpPr>
          <p:cNvPr id="22" name="Text Placeholder 9"/>
          <p:cNvSpPr>
            <a:spLocks noGrp="1"/>
          </p:cNvSpPr>
          <p:nvPr>
            <p:ph type="body" sz="quarter" idx="12" hasCustomPrompt="1"/>
          </p:nvPr>
        </p:nvSpPr>
        <p:spPr>
          <a:xfrm>
            <a:off x="493144" y="4924425"/>
            <a:ext cx="11205713" cy="492125"/>
          </a:xfrm>
        </p:spPr>
        <p:txBody>
          <a:bodyPr>
            <a:noAutofit/>
          </a:bodyPr>
          <a:lstStyle>
            <a:lvl1pPr marL="0" indent="0" algn="ctr">
              <a:buNone/>
              <a:defRPr sz="2000" b="0" baseline="0">
                <a:solidFill>
                  <a:schemeClr val="bg1"/>
                </a:solidFill>
                <a:latin typeface="Readex Pro" pitchFamily="2" charset="-78"/>
                <a:cs typeface="Readex Pro" pitchFamily="2" charset="-78"/>
              </a:defRPr>
            </a:lvl1pPr>
            <a:lvl2pPr marL="457200" indent="0">
              <a:buNone/>
              <a:defRPr sz="1400">
                <a:solidFill>
                  <a:schemeClr val="bg1"/>
                </a:solidFill>
                <a:latin typeface="Barlow" panose="00000500000000000000" pitchFamily="2" charset="0"/>
              </a:defRPr>
            </a:lvl2pPr>
            <a:lvl3pPr marL="914400" indent="0">
              <a:buNone/>
              <a:defRPr sz="1200">
                <a:solidFill>
                  <a:schemeClr val="bg1"/>
                </a:solidFill>
                <a:latin typeface="Barlow" panose="00000500000000000000" pitchFamily="2" charset="0"/>
              </a:defRPr>
            </a:lvl3pPr>
            <a:lvl4pPr marL="1371600" indent="0">
              <a:buNone/>
              <a:defRPr sz="1100">
                <a:solidFill>
                  <a:schemeClr val="bg1"/>
                </a:solidFill>
                <a:latin typeface="Barlow" panose="00000500000000000000" pitchFamily="2" charset="0"/>
              </a:defRPr>
            </a:lvl4pPr>
            <a:lvl5pPr marL="1828800" indent="0">
              <a:buNone/>
              <a:defRPr sz="1100">
                <a:solidFill>
                  <a:schemeClr val="bg1"/>
                </a:solidFill>
                <a:latin typeface="Barlow" panose="00000500000000000000" pitchFamily="2" charset="0"/>
              </a:defRPr>
            </a:lvl5pPr>
          </a:lstStyle>
          <a:p>
            <a:pPr lvl="0"/>
            <a:r>
              <a:rPr lang="en-US"/>
              <a:t>Tên tác giả hoặc ngày tháng</a:t>
            </a:r>
            <a:endParaRPr lang="en-US" dirty="0"/>
          </a:p>
        </p:txBody>
      </p:sp>
      <p:sp>
        <p:nvSpPr>
          <p:cNvPr id="25" name="Rectangle 24"/>
          <p:cNvSpPr/>
          <p:nvPr userDrawn="1"/>
        </p:nvSpPr>
        <p:spPr>
          <a:xfrm>
            <a:off x="4998720" y="4782423"/>
            <a:ext cx="2194560" cy="27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nvGrpSpPr>
          <p:cNvPr id="7" name="Group 6">
            <a:extLst>
              <a:ext uri="{FF2B5EF4-FFF2-40B4-BE49-F238E27FC236}">
                <a16:creationId xmlns:a16="http://schemas.microsoft.com/office/drawing/2014/main" id="{500C3C4B-7EB0-A799-EF60-7E7B2A1A5D71}"/>
              </a:ext>
            </a:extLst>
          </p:cNvPr>
          <p:cNvGrpSpPr/>
          <p:nvPr userDrawn="1"/>
        </p:nvGrpSpPr>
        <p:grpSpPr>
          <a:xfrm rot="5400000" flipH="1">
            <a:off x="11994349" y="89858"/>
            <a:ext cx="108319" cy="107166"/>
            <a:chOff x="9886950" y="442913"/>
            <a:chExt cx="216694" cy="214386"/>
          </a:xfrm>
        </p:grpSpPr>
        <p:sp>
          <p:nvSpPr>
            <p:cNvPr id="2" name="Rectangle: Rounded Corners 1">
              <a:extLst>
                <a:ext uri="{FF2B5EF4-FFF2-40B4-BE49-F238E27FC236}">
                  <a16:creationId xmlns:a16="http://schemas.microsoft.com/office/drawing/2014/main" id="{A5889A1F-7953-5C39-8687-FF30BEEED6A0}"/>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F2EFB534-7696-D26C-4ED3-9370C4BF548C}"/>
                </a:ext>
              </a:extLst>
            </p:cNvPr>
            <p:cNvSpPr/>
            <p:nvPr userDrawn="1"/>
          </p:nvSpPr>
          <p:spPr>
            <a:xfrm>
              <a:off x="10006013" y="559668"/>
              <a:ext cx="97631" cy="97631"/>
            </a:xfrm>
            <a:prstGeom prst="roundRect">
              <a:avLst/>
            </a:prstGeom>
            <a:solidFill>
              <a:srgbClr val="00A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7CEBF6C9-F2A0-D7EA-46F2-E2BED25E4EEB}"/>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AFC287AC-3830-D280-1DFB-099F1C622FCC}"/>
              </a:ext>
            </a:extLst>
          </p:cNvPr>
          <p:cNvPicPr>
            <a:picLocks noChangeAspect="1"/>
          </p:cNvPicPr>
          <p:nvPr userDrawn="1"/>
        </p:nvPicPr>
        <p:blipFill>
          <a:blip r:embed="rId3"/>
          <a:stretch>
            <a:fillRect/>
          </a:stretch>
        </p:blipFill>
        <p:spPr>
          <a:xfrm>
            <a:off x="2585036" y="6478829"/>
            <a:ext cx="9326880" cy="118101"/>
          </a:xfrm>
          <a:prstGeom prst="rect">
            <a:avLst/>
          </a:prstGeom>
        </p:spPr>
      </p:pic>
      <p:sp>
        <p:nvSpPr>
          <p:cNvPr id="9" name="Slide Number Placeholder 5">
            <a:extLst>
              <a:ext uri="{FF2B5EF4-FFF2-40B4-BE49-F238E27FC236}">
                <a16:creationId xmlns:a16="http://schemas.microsoft.com/office/drawing/2014/main" id="{FC61D4A3-C96E-946C-BF56-14B0317E483A}"/>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10" name="Rectangle 9">
            <a:extLst>
              <a:ext uri="{FF2B5EF4-FFF2-40B4-BE49-F238E27FC236}">
                <a16:creationId xmlns:a16="http://schemas.microsoft.com/office/drawing/2014/main" id="{4DFDF354-0251-FE65-2C5F-25380E57F03B}"/>
              </a:ext>
            </a:extLst>
          </p:cNvPr>
          <p:cNvSpPr/>
          <p:nvPr userDrawn="1"/>
        </p:nvSpPr>
        <p:spPr>
          <a:xfrm>
            <a:off x="159150" y="6474525"/>
            <a:ext cx="653867" cy="298450"/>
          </a:xfrm>
          <a:prstGeom prst="rect">
            <a:avLst/>
          </a:prstGeom>
          <a:solidFill>
            <a:srgbClr val="27A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grpSp>
        <p:nvGrpSpPr>
          <p:cNvPr id="13" name="Group 12">
            <a:extLst>
              <a:ext uri="{FF2B5EF4-FFF2-40B4-BE49-F238E27FC236}">
                <a16:creationId xmlns:a16="http://schemas.microsoft.com/office/drawing/2014/main" id="{076B934B-7F60-9EFE-CEAF-A531BBACD851}"/>
              </a:ext>
            </a:extLst>
          </p:cNvPr>
          <p:cNvGrpSpPr/>
          <p:nvPr userDrawn="1"/>
        </p:nvGrpSpPr>
        <p:grpSpPr>
          <a:xfrm>
            <a:off x="817685" y="6410864"/>
            <a:ext cx="2760487" cy="403790"/>
            <a:chOff x="741485" y="6410864"/>
            <a:chExt cx="2760487" cy="403790"/>
          </a:xfrm>
        </p:grpSpPr>
        <p:sp>
          <p:nvSpPr>
            <p:cNvPr id="14" name="TextBox 13">
              <a:extLst>
                <a:ext uri="{FF2B5EF4-FFF2-40B4-BE49-F238E27FC236}">
                  <a16:creationId xmlns:a16="http://schemas.microsoft.com/office/drawing/2014/main" id="{8BAF9606-2A17-830C-304D-88D56EDB1C47}"/>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15" name="TextBox 14">
              <a:extLst>
                <a:ext uri="{FF2B5EF4-FFF2-40B4-BE49-F238E27FC236}">
                  <a16:creationId xmlns:a16="http://schemas.microsoft.com/office/drawing/2014/main" id="{44ADAA7A-04F6-2616-50B0-A84AF6F98FE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16" name="TextBox 15">
            <a:extLst>
              <a:ext uri="{FF2B5EF4-FFF2-40B4-BE49-F238E27FC236}">
                <a16:creationId xmlns:a16="http://schemas.microsoft.com/office/drawing/2014/main" id="{6BF1CC2D-4F33-60C3-D015-EE4B3346464B}"/>
              </a:ext>
            </a:extLst>
          </p:cNvPr>
          <p:cNvSpPr txBox="1"/>
          <p:nvPr userDrawn="1"/>
        </p:nvSpPr>
        <p:spPr>
          <a:xfrm>
            <a:off x="10529596" y="6467840"/>
            <a:ext cx="1483098"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17" name="Date Placeholder 3">
            <a:extLst>
              <a:ext uri="{FF2B5EF4-FFF2-40B4-BE49-F238E27FC236}">
                <a16:creationId xmlns:a16="http://schemas.microsoft.com/office/drawing/2014/main" id="{1C43A459-4626-2124-180B-282157DA3337}"/>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4/1/2025</a:t>
            </a:fld>
            <a:endParaRPr lang="en-US"/>
          </a:p>
        </p:txBody>
      </p:sp>
      <p:sp>
        <p:nvSpPr>
          <p:cNvPr id="18" name="Footer Placeholder 4">
            <a:extLst>
              <a:ext uri="{FF2B5EF4-FFF2-40B4-BE49-F238E27FC236}">
                <a16:creationId xmlns:a16="http://schemas.microsoft.com/office/drawing/2014/main" id="{386F145B-841B-1EA7-87E9-B007B9A54080}"/>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2367785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_white">
    <p:bg>
      <p:bgPr>
        <a:solidFill>
          <a:schemeClr val="bg1"/>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493144" y="2008231"/>
            <a:ext cx="11205713" cy="1855310"/>
          </a:xfrm>
        </p:spPr>
        <p:txBody>
          <a:bodyPr anchor="b" anchorCtr="0">
            <a:normAutofit/>
          </a:bodyPr>
          <a:lstStyle>
            <a:lvl1pPr algn="ctr">
              <a:lnSpc>
                <a:spcPct val="100000"/>
              </a:lnSpc>
              <a:defRPr sz="4400" b="1" baseline="0">
                <a:solidFill>
                  <a:srgbClr val="0070C0"/>
                </a:solidFill>
                <a:latin typeface="K2D" panose="00000500000000000000" pitchFamily="2" charset="-34"/>
                <a:cs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493144" y="3863542"/>
            <a:ext cx="11205713" cy="1036706"/>
          </a:xfrm>
        </p:spPr>
        <p:txBody>
          <a:bodyPr anchor="t" anchorCtr="0">
            <a:normAutofit/>
          </a:bodyPr>
          <a:lstStyle>
            <a:lvl1pPr marL="0" indent="0" algn="ctr">
              <a:buNone/>
              <a:defRPr sz="3200" baseline="0">
                <a:solidFill>
                  <a:srgbClr val="0070C0"/>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21" name="Picture 20">
            <a:extLst>
              <a:ext uri="{FF2B5EF4-FFF2-40B4-BE49-F238E27FC236}">
                <a16:creationId xmlns:a16="http://schemas.microsoft.com/office/drawing/2014/main" id="{D4C28A5F-55DF-474B-BB6F-9232AF06D3C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565071" y="682679"/>
            <a:ext cx="1061859" cy="1062177"/>
          </a:xfrm>
          <a:prstGeom prst="rect">
            <a:avLst/>
          </a:prstGeom>
        </p:spPr>
      </p:pic>
      <p:sp>
        <p:nvSpPr>
          <p:cNvPr id="22" name="Text Placeholder 9"/>
          <p:cNvSpPr>
            <a:spLocks noGrp="1"/>
          </p:cNvSpPr>
          <p:nvPr>
            <p:ph type="body" sz="quarter" idx="12" hasCustomPrompt="1"/>
          </p:nvPr>
        </p:nvSpPr>
        <p:spPr>
          <a:xfrm>
            <a:off x="493144" y="4924425"/>
            <a:ext cx="11205713" cy="492125"/>
          </a:xfrm>
        </p:spPr>
        <p:txBody>
          <a:bodyPr>
            <a:noAutofit/>
          </a:bodyPr>
          <a:lstStyle>
            <a:lvl1pPr marL="0" indent="0" algn="ctr">
              <a:buNone/>
              <a:defRPr sz="2000" b="0" baseline="0">
                <a:solidFill>
                  <a:srgbClr val="00AFEF"/>
                </a:solidFill>
                <a:latin typeface="Readex Pro" pitchFamily="2" charset="-78"/>
                <a:cs typeface="Readex Pro" pitchFamily="2" charset="-78"/>
              </a:defRPr>
            </a:lvl1pPr>
            <a:lvl2pPr marL="457200" indent="0">
              <a:buNone/>
              <a:defRPr sz="1400">
                <a:solidFill>
                  <a:schemeClr val="bg1"/>
                </a:solidFill>
                <a:latin typeface="Barlow" panose="00000500000000000000" pitchFamily="2" charset="0"/>
              </a:defRPr>
            </a:lvl2pPr>
            <a:lvl3pPr marL="914400" indent="0">
              <a:buNone/>
              <a:defRPr sz="1200">
                <a:solidFill>
                  <a:schemeClr val="bg1"/>
                </a:solidFill>
                <a:latin typeface="Barlow" panose="00000500000000000000" pitchFamily="2" charset="0"/>
              </a:defRPr>
            </a:lvl3pPr>
            <a:lvl4pPr marL="1371600" indent="0">
              <a:buNone/>
              <a:defRPr sz="1100">
                <a:solidFill>
                  <a:schemeClr val="bg1"/>
                </a:solidFill>
                <a:latin typeface="Barlow" panose="00000500000000000000" pitchFamily="2" charset="0"/>
              </a:defRPr>
            </a:lvl4pPr>
            <a:lvl5pPr marL="1828800" indent="0">
              <a:buNone/>
              <a:defRPr sz="1100">
                <a:solidFill>
                  <a:schemeClr val="bg1"/>
                </a:solidFill>
                <a:latin typeface="Barlow" panose="00000500000000000000" pitchFamily="2" charset="0"/>
              </a:defRPr>
            </a:lvl5pPr>
          </a:lstStyle>
          <a:p>
            <a:pPr lvl="0"/>
            <a:r>
              <a:rPr lang="en-US"/>
              <a:t>Tên tác giả hoặc ngày tháng</a:t>
            </a:r>
            <a:endParaRPr lang="en-US" dirty="0"/>
          </a:p>
        </p:txBody>
      </p:sp>
      <p:sp>
        <p:nvSpPr>
          <p:cNvPr id="25" name="Rectangle 24"/>
          <p:cNvSpPr/>
          <p:nvPr userDrawn="1"/>
        </p:nvSpPr>
        <p:spPr>
          <a:xfrm>
            <a:off x="4998720" y="4782423"/>
            <a:ext cx="2194560" cy="27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18" name="Picture 17"/>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1F92E844-1828-0F51-3BFD-DF527D65BF8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DCC0BC67-81A5-AC24-0BB4-9D1D3E835D94}"/>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grpSp>
        <p:nvGrpSpPr>
          <p:cNvPr id="6" name="Group 5">
            <a:extLst>
              <a:ext uri="{FF2B5EF4-FFF2-40B4-BE49-F238E27FC236}">
                <a16:creationId xmlns:a16="http://schemas.microsoft.com/office/drawing/2014/main" id="{02AE1EA0-6222-87BA-38C9-866FE8F2830D}"/>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EC606771-B50F-5EF5-AF4C-183C88EEC70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57A8AD8D-BBBE-FFAE-563D-62AF760A44A6}"/>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FF63336F-2FD5-E8B2-B179-80665CF8D4BA}"/>
              </a:ext>
            </a:extLst>
          </p:cNvPr>
          <p:cNvSpPr txBox="1"/>
          <p:nvPr userDrawn="1"/>
        </p:nvSpPr>
        <p:spPr>
          <a:xfrm>
            <a:off x="10529591"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48A62A7F-4A0D-8203-BB6A-E6AFE62BD364}"/>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8649E161-4DC5-D15C-6DAE-AE38C664B5FB}"/>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4" name="Footer Placeholder 4">
            <a:extLst>
              <a:ext uri="{FF2B5EF4-FFF2-40B4-BE49-F238E27FC236}">
                <a16:creationId xmlns:a16="http://schemas.microsoft.com/office/drawing/2014/main" id="{CDD46289-EAED-BF63-CD78-95A65C49BE50}"/>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153790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no logo">
    <p:bg>
      <p:bgPr>
        <a:solidFill>
          <a:srgbClr val="1F5CAA"/>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493144" y="686872"/>
            <a:ext cx="11205713" cy="2200204"/>
          </a:xfrm>
        </p:spPr>
        <p:txBody>
          <a:bodyPr anchor="b" anchorCtr="0">
            <a:normAutofit/>
          </a:bodyPr>
          <a:lstStyle>
            <a:lvl1pPr algn="ctr">
              <a:lnSpc>
                <a:spcPct val="100000"/>
              </a:lnSpc>
              <a:defRPr sz="4400" b="1" baseline="0">
                <a:solidFill>
                  <a:schemeClr val="bg1"/>
                </a:solidFill>
                <a:latin typeface="K2D" panose="00000500000000000000" pitchFamily="2" charset="-34"/>
                <a:cs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493144" y="2887077"/>
            <a:ext cx="11205713" cy="1036706"/>
          </a:xfrm>
        </p:spPr>
        <p:txBody>
          <a:bodyPr anchor="t" anchorCtr="0">
            <a:normAutofit/>
          </a:bodyPr>
          <a:lstStyle>
            <a:lvl1pPr marL="0" indent="0" algn="ctr">
              <a:buNone/>
              <a:defRPr sz="3200" baseline="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sp>
        <p:nvSpPr>
          <p:cNvPr id="22" name="Text Placeholder 9"/>
          <p:cNvSpPr>
            <a:spLocks noGrp="1"/>
          </p:cNvSpPr>
          <p:nvPr>
            <p:ph type="body" sz="quarter" idx="12" hasCustomPrompt="1"/>
          </p:nvPr>
        </p:nvSpPr>
        <p:spPr>
          <a:xfrm>
            <a:off x="493144" y="3947960"/>
            <a:ext cx="11205713" cy="492125"/>
          </a:xfrm>
        </p:spPr>
        <p:txBody>
          <a:bodyPr>
            <a:noAutofit/>
          </a:bodyPr>
          <a:lstStyle>
            <a:lvl1pPr marL="0" indent="0" algn="ctr">
              <a:buNone/>
              <a:defRPr sz="2000" b="0" baseline="0">
                <a:solidFill>
                  <a:schemeClr val="bg1"/>
                </a:solidFill>
                <a:latin typeface="Readex Pro" pitchFamily="2" charset="-78"/>
                <a:cs typeface="Readex Pro" pitchFamily="2" charset="-78"/>
              </a:defRPr>
            </a:lvl1pPr>
            <a:lvl2pPr marL="457200" indent="0">
              <a:buNone/>
              <a:defRPr sz="1400">
                <a:solidFill>
                  <a:schemeClr val="bg1"/>
                </a:solidFill>
                <a:latin typeface="Barlow" panose="00000500000000000000" pitchFamily="2" charset="0"/>
              </a:defRPr>
            </a:lvl2pPr>
            <a:lvl3pPr marL="914400" indent="0">
              <a:buNone/>
              <a:defRPr sz="1200">
                <a:solidFill>
                  <a:schemeClr val="bg1"/>
                </a:solidFill>
                <a:latin typeface="Barlow" panose="00000500000000000000" pitchFamily="2" charset="0"/>
              </a:defRPr>
            </a:lvl3pPr>
            <a:lvl4pPr marL="1371600" indent="0">
              <a:buNone/>
              <a:defRPr sz="1100">
                <a:solidFill>
                  <a:schemeClr val="bg1"/>
                </a:solidFill>
                <a:latin typeface="Barlow" panose="00000500000000000000" pitchFamily="2" charset="0"/>
              </a:defRPr>
            </a:lvl4pPr>
            <a:lvl5pPr marL="1828800" indent="0">
              <a:buNone/>
              <a:defRPr sz="1100">
                <a:solidFill>
                  <a:schemeClr val="bg1"/>
                </a:solidFill>
                <a:latin typeface="Barlow" panose="00000500000000000000" pitchFamily="2" charset="0"/>
              </a:defRPr>
            </a:lvl5pPr>
          </a:lstStyle>
          <a:p>
            <a:pPr lvl="0"/>
            <a:r>
              <a:rPr lang="en-US"/>
              <a:t>Tên tác giả hoặc ngày tháng</a:t>
            </a:r>
            <a:endParaRPr lang="en-US" dirty="0"/>
          </a:p>
        </p:txBody>
      </p:sp>
      <p:sp>
        <p:nvSpPr>
          <p:cNvPr id="25" name="Rectangle 24"/>
          <p:cNvSpPr/>
          <p:nvPr userDrawn="1"/>
        </p:nvSpPr>
        <p:spPr>
          <a:xfrm>
            <a:off x="4998720" y="3805958"/>
            <a:ext cx="2194560" cy="27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nvGrpSpPr>
          <p:cNvPr id="2" name="Group 1">
            <a:extLst>
              <a:ext uri="{FF2B5EF4-FFF2-40B4-BE49-F238E27FC236}">
                <a16:creationId xmlns:a16="http://schemas.microsoft.com/office/drawing/2014/main" id="{F9948C5E-76A7-F702-69DB-282464E77641}"/>
              </a:ext>
            </a:extLst>
          </p:cNvPr>
          <p:cNvGrpSpPr/>
          <p:nvPr userDrawn="1"/>
        </p:nvGrpSpPr>
        <p:grpSpPr>
          <a:xfrm rot="5400000" flipH="1">
            <a:off x="11994349" y="89858"/>
            <a:ext cx="108319" cy="107166"/>
            <a:chOff x="9886950" y="442913"/>
            <a:chExt cx="216694" cy="214386"/>
          </a:xfrm>
        </p:grpSpPr>
        <p:sp>
          <p:nvSpPr>
            <p:cNvPr id="4" name="Rectangle: Rounded Corners 3">
              <a:extLst>
                <a:ext uri="{FF2B5EF4-FFF2-40B4-BE49-F238E27FC236}">
                  <a16:creationId xmlns:a16="http://schemas.microsoft.com/office/drawing/2014/main" id="{9456AD05-D0D5-B566-5464-905D6E126C9B}"/>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E39BB277-D677-7122-583C-E2DA058F670A}"/>
                </a:ext>
              </a:extLst>
            </p:cNvPr>
            <p:cNvSpPr/>
            <p:nvPr userDrawn="1"/>
          </p:nvSpPr>
          <p:spPr>
            <a:xfrm>
              <a:off x="10006013" y="559668"/>
              <a:ext cx="97631" cy="97631"/>
            </a:xfrm>
            <a:prstGeom prst="roundRect">
              <a:avLst/>
            </a:prstGeom>
            <a:solidFill>
              <a:srgbClr val="00A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3FE1A5C2-1028-7EF7-EC88-4F04EC7380D2}"/>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a:extLst>
              <a:ext uri="{FF2B5EF4-FFF2-40B4-BE49-F238E27FC236}">
                <a16:creationId xmlns:a16="http://schemas.microsoft.com/office/drawing/2014/main" id="{B542C0C7-F574-E38A-4EB3-08F7967A55EF}"/>
              </a:ext>
            </a:extLst>
          </p:cNvPr>
          <p:cNvPicPr>
            <a:picLocks noChangeAspect="1"/>
          </p:cNvPicPr>
          <p:nvPr userDrawn="1"/>
        </p:nvPicPr>
        <p:blipFill>
          <a:blip r:embed="rId2"/>
          <a:stretch>
            <a:fillRect/>
          </a:stretch>
        </p:blipFill>
        <p:spPr>
          <a:xfrm>
            <a:off x="2585036" y="6478829"/>
            <a:ext cx="9326880" cy="118101"/>
          </a:xfrm>
          <a:prstGeom prst="rect">
            <a:avLst/>
          </a:prstGeom>
        </p:spPr>
      </p:pic>
      <p:sp>
        <p:nvSpPr>
          <p:cNvPr id="5" name="Slide Number Placeholder 5">
            <a:extLst>
              <a:ext uri="{FF2B5EF4-FFF2-40B4-BE49-F238E27FC236}">
                <a16:creationId xmlns:a16="http://schemas.microsoft.com/office/drawing/2014/main" id="{509D78DE-4DE3-2990-85E4-786FD52314B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6" name="Rectangle 5">
            <a:extLst>
              <a:ext uri="{FF2B5EF4-FFF2-40B4-BE49-F238E27FC236}">
                <a16:creationId xmlns:a16="http://schemas.microsoft.com/office/drawing/2014/main" id="{82A8D337-520D-D86F-59BE-49A69B9FFC61}"/>
              </a:ext>
            </a:extLst>
          </p:cNvPr>
          <p:cNvSpPr/>
          <p:nvPr userDrawn="1"/>
        </p:nvSpPr>
        <p:spPr>
          <a:xfrm>
            <a:off x="159150" y="6474525"/>
            <a:ext cx="653867" cy="298450"/>
          </a:xfrm>
          <a:prstGeom prst="rect">
            <a:avLst/>
          </a:prstGeom>
          <a:solidFill>
            <a:srgbClr val="27A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grpSp>
        <p:nvGrpSpPr>
          <p:cNvPr id="7" name="Group 6">
            <a:extLst>
              <a:ext uri="{FF2B5EF4-FFF2-40B4-BE49-F238E27FC236}">
                <a16:creationId xmlns:a16="http://schemas.microsoft.com/office/drawing/2014/main" id="{4674FC1A-E55F-C03B-647D-62C9D227489C}"/>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0AF77203-FB16-225E-E2AD-E6F5BFB29DF4}"/>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59832108-B491-0ED9-0209-DCDB4B879444}"/>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27" name="TextBox 26">
            <a:extLst>
              <a:ext uri="{FF2B5EF4-FFF2-40B4-BE49-F238E27FC236}">
                <a16:creationId xmlns:a16="http://schemas.microsoft.com/office/drawing/2014/main" id="{BE3B44A9-629A-9AFC-6A18-1288714D7213}"/>
              </a:ext>
            </a:extLst>
          </p:cNvPr>
          <p:cNvSpPr txBox="1"/>
          <p:nvPr userDrawn="1"/>
        </p:nvSpPr>
        <p:spPr>
          <a:xfrm>
            <a:off x="10529596" y="6467840"/>
            <a:ext cx="1483098"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28" name="Date Placeholder 3">
            <a:extLst>
              <a:ext uri="{FF2B5EF4-FFF2-40B4-BE49-F238E27FC236}">
                <a16:creationId xmlns:a16="http://schemas.microsoft.com/office/drawing/2014/main" id="{47E8952C-C96D-E1CF-68EF-C321F55822F3}"/>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4/1/2025</a:t>
            </a:fld>
            <a:endParaRPr lang="en-US"/>
          </a:p>
        </p:txBody>
      </p:sp>
      <p:sp>
        <p:nvSpPr>
          <p:cNvPr id="29" name="Footer Placeholder 4">
            <a:extLst>
              <a:ext uri="{FF2B5EF4-FFF2-40B4-BE49-F238E27FC236}">
                <a16:creationId xmlns:a16="http://schemas.microsoft.com/office/drawing/2014/main" id="{A43BEA4F-EC22-DCD8-2D07-6E96C6A77DC4}"/>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4158657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hite Pure">
    <p:spTree>
      <p:nvGrpSpPr>
        <p:cNvPr id="1" name=""/>
        <p:cNvGrpSpPr/>
        <p:nvPr/>
      </p:nvGrpSpPr>
      <p:grpSpPr>
        <a:xfrm>
          <a:off x="0" y="0"/>
          <a:ext cx="0" cy="0"/>
          <a:chOff x="0" y="0"/>
          <a:chExt cx="0" cy="0"/>
        </a:xfrm>
      </p:grpSpPr>
      <p:sp>
        <p:nvSpPr>
          <p:cNvPr id="16" name="Title 1"/>
          <p:cNvSpPr>
            <a:spLocks noGrp="1"/>
          </p:cNvSpPr>
          <p:nvPr userDrawn="1">
            <p:ph type="ctrTitle" hasCustomPrompt="1"/>
          </p:nvPr>
        </p:nvSpPr>
        <p:spPr>
          <a:xfrm>
            <a:off x="1443567" y="1773238"/>
            <a:ext cx="10029565" cy="1655762"/>
          </a:xfrm>
        </p:spPr>
        <p:txBody>
          <a:bodyPr anchor="b" anchorCtr="0">
            <a:noAutofit/>
          </a:bodyPr>
          <a:lstStyle>
            <a:lvl1pPr algn="l">
              <a:defRPr sz="4000" b="1" baseline="0">
                <a:solidFill>
                  <a:srgbClr val="1F5CA9"/>
                </a:solidFill>
                <a:latin typeface="K2D" panose="00000500000000000000" pitchFamily="2" charset="-34"/>
              </a:defRPr>
            </a:lvl1pPr>
          </a:lstStyle>
          <a:p>
            <a:r>
              <a:rPr lang="en-US"/>
              <a:t>Tiêu đề chính</a:t>
            </a:r>
            <a:endParaRPr lang="en-US" dirty="0"/>
          </a:p>
        </p:txBody>
      </p:sp>
      <p:sp>
        <p:nvSpPr>
          <p:cNvPr id="18" name="Subtitle 2"/>
          <p:cNvSpPr>
            <a:spLocks noGrp="1"/>
          </p:cNvSpPr>
          <p:nvPr userDrawn="1">
            <p:ph type="subTitle" idx="1" hasCustomPrompt="1"/>
          </p:nvPr>
        </p:nvSpPr>
        <p:spPr>
          <a:xfrm>
            <a:off x="1443566" y="3428999"/>
            <a:ext cx="10029565" cy="796491"/>
          </a:xfrm>
        </p:spPr>
        <p:txBody>
          <a:bodyPr anchor="t" anchorCtr="0">
            <a:normAutofit/>
          </a:bodyPr>
          <a:lstStyle>
            <a:lvl1pPr marL="0" indent="0" algn="l">
              <a:buNone/>
              <a:defRPr sz="3200" baseline="0">
                <a:solidFill>
                  <a:srgbClr val="00AFEF"/>
                </a:solidFill>
                <a:latin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30" name="Picture 2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1466" y="2942152"/>
            <a:ext cx="292100" cy="292100"/>
          </a:xfrm>
          <a:prstGeom prst="rect">
            <a:avLst/>
          </a:prstGeom>
        </p:spPr>
      </p:pic>
      <p:pic>
        <p:nvPicPr>
          <p:cNvPr id="15" name="Picture 14"/>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23CFF9A2-77A5-DDEE-8CD5-81FBB071FF69}"/>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00E020D5-F981-3E97-FE5E-ADF3F5D5D67B}"/>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AE6F97B9-1D92-F527-C77C-03A8413842FA}"/>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E461B76C-9BE8-353C-CE4F-D68CC621DEA4}"/>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4BD53315-09D7-5756-C6C6-55FFDDCFE138}"/>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DA79C1E-4CE5-9C79-D05A-E661FD9C1020}"/>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517A207F-A3E9-4918-9A39-6AFD5C75AE21}"/>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741CAD55-C718-D746-6C4B-AC27D7F9E3C4}"/>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5652AF38-7C96-9660-E7DF-32022B504063}"/>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998B8E65-85EA-EDA7-0D26-FAB09CE576A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2" name="Footer Placeholder 4">
            <a:extLst>
              <a:ext uri="{FF2B5EF4-FFF2-40B4-BE49-F238E27FC236}">
                <a16:creationId xmlns:a16="http://schemas.microsoft.com/office/drawing/2014/main" id="{E6AC2544-66BB-6379-48DA-83F16247F12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6984924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Blue Background">
    <p:bg>
      <p:bgPr>
        <a:solidFill>
          <a:srgbClr val="00B0F0"/>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1443567" y="1773238"/>
            <a:ext cx="10029565" cy="1655762"/>
          </a:xfrm>
        </p:spPr>
        <p:txBody>
          <a:bodyPr anchor="b" anchorCtr="0">
            <a:noAutofit/>
          </a:bodyPr>
          <a:lstStyle>
            <a:lvl1pPr algn="l">
              <a:defRPr sz="4000" b="1" baseline="0">
                <a:solidFill>
                  <a:schemeClr val="bg1"/>
                </a:solidFill>
                <a:latin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1443566" y="3428999"/>
            <a:ext cx="10029565" cy="796491"/>
          </a:xfrm>
        </p:spPr>
        <p:txBody>
          <a:bodyPr anchor="t" anchorCtr="0">
            <a:normAutofit/>
          </a:bodyPr>
          <a:lstStyle>
            <a:lvl1pPr marL="0" indent="0" algn="l">
              <a:buNone/>
              <a:defRPr sz="3200" baseline="0">
                <a:solidFill>
                  <a:schemeClr val="bg1"/>
                </a:solidFill>
                <a:latin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27" name="Picture 2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9066" y="2914650"/>
            <a:ext cx="364657" cy="364657"/>
          </a:xfrm>
          <a:prstGeom prst="rect">
            <a:avLst/>
          </a:prstGeom>
        </p:spPr>
      </p:pic>
      <p:grpSp>
        <p:nvGrpSpPr>
          <p:cNvPr id="2" name="Group 1">
            <a:extLst>
              <a:ext uri="{FF2B5EF4-FFF2-40B4-BE49-F238E27FC236}">
                <a16:creationId xmlns:a16="http://schemas.microsoft.com/office/drawing/2014/main" id="{D0407ADE-1691-B221-3DBE-A0668F67DFAD}"/>
              </a:ext>
            </a:extLst>
          </p:cNvPr>
          <p:cNvGrpSpPr/>
          <p:nvPr userDrawn="1"/>
        </p:nvGrpSpPr>
        <p:grpSpPr>
          <a:xfrm rot="5400000" flipH="1">
            <a:off x="11994349" y="89858"/>
            <a:ext cx="108319" cy="107166"/>
            <a:chOff x="9886950" y="442913"/>
            <a:chExt cx="216694" cy="214386"/>
          </a:xfrm>
        </p:grpSpPr>
        <p:sp>
          <p:nvSpPr>
            <p:cNvPr id="3" name="Rectangle: Rounded Corners 2">
              <a:extLst>
                <a:ext uri="{FF2B5EF4-FFF2-40B4-BE49-F238E27FC236}">
                  <a16:creationId xmlns:a16="http://schemas.microsoft.com/office/drawing/2014/main" id="{D34C1E1A-F6EE-479B-62C5-AAA2AF44D763}"/>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0CF4A6C1-BB6F-E2E1-2B44-FAD2A1B1382F}"/>
                </a:ext>
              </a:extLst>
            </p:cNvPr>
            <p:cNvSpPr/>
            <p:nvPr userDrawn="1"/>
          </p:nvSpPr>
          <p:spPr>
            <a:xfrm>
              <a:off x="10006013" y="559668"/>
              <a:ext cx="97631" cy="97631"/>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2C836B12-C2E7-7458-8EEF-C0E54C0712FC}"/>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a:extLst>
              <a:ext uri="{FF2B5EF4-FFF2-40B4-BE49-F238E27FC236}">
                <a16:creationId xmlns:a16="http://schemas.microsoft.com/office/drawing/2014/main" id="{702B1A35-3625-44F2-B450-96259B3697C6}"/>
              </a:ext>
            </a:extLst>
          </p:cNvPr>
          <p:cNvPicPr>
            <a:picLocks noChangeAspect="1"/>
          </p:cNvPicPr>
          <p:nvPr userDrawn="1"/>
        </p:nvPicPr>
        <p:blipFill>
          <a:blip r:embed="rId3"/>
          <a:stretch>
            <a:fillRect/>
          </a:stretch>
        </p:blipFill>
        <p:spPr>
          <a:xfrm>
            <a:off x="2599612" y="6488270"/>
            <a:ext cx="9336024" cy="118110"/>
          </a:xfrm>
          <a:prstGeom prst="rect">
            <a:avLst/>
          </a:prstGeom>
        </p:spPr>
      </p:pic>
      <p:sp>
        <p:nvSpPr>
          <p:cNvPr id="7" name="Slide Number Placeholder 5">
            <a:extLst>
              <a:ext uri="{FF2B5EF4-FFF2-40B4-BE49-F238E27FC236}">
                <a16:creationId xmlns:a16="http://schemas.microsoft.com/office/drawing/2014/main" id="{DE497A08-099F-1B3E-194B-4232B1D060A8}"/>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8" name="Rectangle 7">
            <a:extLst>
              <a:ext uri="{FF2B5EF4-FFF2-40B4-BE49-F238E27FC236}">
                <a16:creationId xmlns:a16="http://schemas.microsoft.com/office/drawing/2014/main" id="{3D5BAB25-FCB5-FAAB-5765-8D4ACA9B2625}"/>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9" name="Rectangle 8">
            <a:extLst>
              <a:ext uri="{FF2B5EF4-FFF2-40B4-BE49-F238E27FC236}">
                <a16:creationId xmlns:a16="http://schemas.microsoft.com/office/drawing/2014/main" id="{9B09F01B-7545-EE0B-CCDB-EA38604EB38F}"/>
              </a:ext>
            </a:extLst>
          </p:cNvPr>
          <p:cNvSpPr/>
          <p:nvPr userDrawn="1"/>
        </p:nvSpPr>
        <p:spPr>
          <a:xfrm>
            <a:off x="11577955" y="6548263"/>
            <a:ext cx="340536" cy="17037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0" name="Slide Number Placeholder 5">
            <a:extLst>
              <a:ext uri="{FF2B5EF4-FFF2-40B4-BE49-F238E27FC236}">
                <a16:creationId xmlns:a16="http://schemas.microsoft.com/office/drawing/2014/main" id="{90B09E43-1817-D52E-1B93-2D03B69FBBF9}"/>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1" name="Group 10">
            <a:extLst>
              <a:ext uri="{FF2B5EF4-FFF2-40B4-BE49-F238E27FC236}">
                <a16:creationId xmlns:a16="http://schemas.microsoft.com/office/drawing/2014/main" id="{E340A8E4-7C5F-7F57-1FD7-2B62EB3A0CAC}"/>
              </a:ext>
            </a:extLst>
          </p:cNvPr>
          <p:cNvGrpSpPr/>
          <p:nvPr userDrawn="1"/>
        </p:nvGrpSpPr>
        <p:grpSpPr>
          <a:xfrm>
            <a:off x="817685" y="6410864"/>
            <a:ext cx="2760487" cy="403790"/>
            <a:chOff x="741485" y="6410864"/>
            <a:chExt cx="2760487" cy="403790"/>
          </a:xfrm>
        </p:grpSpPr>
        <p:sp>
          <p:nvSpPr>
            <p:cNvPr id="12" name="TextBox 11">
              <a:extLst>
                <a:ext uri="{FF2B5EF4-FFF2-40B4-BE49-F238E27FC236}">
                  <a16:creationId xmlns:a16="http://schemas.microsoft.com/office/drawing/2014/main" id="{31401AA1-7975-3594-DC27-3B15A19D2BF9}"/>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786A1549-5E94-2A55-30E3-4C7A2D1E8077}"/>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14" name="TextBox 13">
            <a:extLst>
              <a:ext uri="{FF2B5EF4-FFF2-40B4-BE49-F238E27FC236}">
                <a16:creationId xmlns:a16="http://schemas.microsoft.com/office/drawing/2014/main" id="{4698C5B0-03A7-5383-3EC8-3710BCD5581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22" name="Date Placeholder 3">
            <a:extLst>
              <a:ext uri="{FF2B5EF4-FFF2-40B4-BE49-F238E27FC236}">
                <a16:creationId xmlns:a16="http://schemas.microsoft.com/office/drawing/2014/main" id="{EE419B5B-7A9D-F950-9502-52863B417140}"/>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4/1/2025</a:t>
            </a:fld>
            <a:endParaRPr lang="en-US"/>
          </a:p>
        </p:txBody>
      </p:sp>
      <p:sp>
        <p:nvSpPr>
          <p:cNvPr id="23" name="Footer Placeholder 4">
            <a:extLst>
              <a:ext uri="{FF2B5EF4-FFF2-40B4-BE49-F238E27FC236}">
                <a16:creationId xmlns:a16="http://schemas.microsoft.com/office/drawing/2014/main" id="{04DAFEAD-AB29-262E-41C9-C3201759FA1A}"/>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4050445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52005"/>
            <a:ext cx="10515600" cy="1325563"/>
          </a:xfrm>
        </p:spPr>
        <p:txBody>
          <a:bodyPr>
            <a:normAutofit/>
          </a:bodyPr>
          <a:lstStyle>
            <a:lvl1pPr>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3" name="Content Placeholder 2"/>
          <p:cNvSpPr>
            <a:spLocks noGrp="1"/>
          </p:cNvSpPr>
          <p:nvPr>
            <p:ph idx="1" hasCustomPrompt="1"/>
          </p:nvPr>
        </p:nvSpPr>
        <p:spPr/>
        <p:txBody>
          <a:bodyPr>
            <a:normAutofit/>
          </a:bodyPr>
          <a:lstStyle>
            <a:lvl1pPr marL="0" indent="0" algn="just">
              <a:lnSpc>
                <a:spcPct val="100000"/>
              </a:lnSpc>
              <a:spcBef>
                <a:spcPts val="1200"/>
              </a:spcBef>
              <a:buNone/>
              <a:defRPr sz="2400">
                <a:latin typeface="Readex Pro" pitchFamily="2" charset="-78"/>
                <a:cs typeface="Readex Pro" pitchFamily="2" charset="-78"/>
              </a:defRPr>
            </a:lvl1pPr>
            <a:lvl2pPr marL="457200" indent="0" algn="just">
              <a:lnSpc>
                <a:spcPct val="100000"/>
              </a:lnSpc>
              <a:buNone/>
              <a:defRPr sz="2400">
                <a:latin typeface="Readex Pro" pitchFamily="2" charset="-78"/>
                <a:cs typeface="Readex Pro" pitchFamily="2" charset="-78"/>
              </a:defRPr>
            </a:lvl2pPr>
            <a:lvl3pPr marL="914400" indent="0" algn="just">
              <a:lnSpc>
                <a:spcPct val="100000"/>
              </a:lnSpc>
              <a:buNone/>
              <a:defRPr sz="2000">
                <a:latin typeface="Readex Pro" pitchFamily="2" charset="-78"/>
                <a:cs typeface="Readex Pro" pitchFamily="2" charset="-78"/>
              </a:defRPr>
            </a:lvl3pPr>
            <a:lvl4pPr marL="1371600" indent="0" algn="just">
              <a:lnSpc>
                <a:spcPct val="100000"/>
              </a:lnSpc>
              <a:buNone/>
              <a:defRPr sz="1800">
                <a:latin typeface="Readex Pro" pitchFamily="2" charset="-78"/>
                <a:cs typeface="Readex Pro" pitchFamily="2" charset="-78"/>
              </a:defRPr>
            </a:lvl4pPr>
            <a:lvl5pPr marL="1828800" indent="0" algn="just">
              <a:lnSpc>
                <a:spcPct val="100000"/>
              </a:lnSpc>
              <a:buNone/>
              <a:defRPr sz="1800">
                <a:latin typeface="Readex Pro" pitchFamily="2" charset="-78"/>
                <a:cs typeface="Readex Pro" pitchFamily="2" charset="-78"/>
              </a:defRPr>
            </a:lvl5pPr>
          </a:lstStyle>
          <a:p>
            <a:pPr lvl="0"/>
            <a:r>
              <a:rPr lang="en-US"/>
              <a:t>Nội dung</a:t>
            </a:r>
            <a:endParaRPr lang="en-US" dirty="0"/>
          </a:p>
        </p:txBody>
      </p:sp>
      <p:pic>
        <p:nvPicPr>
          <p:cNvPr id="25" name="Picture 2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656" y="656757"/>
            <a:ext cx="292100" cy="292100"/>
          </a:xfrm>
          <a:prstGeom prst="rect">
            <a:avLst/>
          </a:prstGeom>
        </p:spPr>
      </p:pic>
      <p:pic>
        <p:nvPicPr>
          <p:cNvPr id="20" name="Picture 19"/>
          <p:cNvPicPr>
            <a:picLocks noChangeAspect="1"/>
          </p:cNvPicPr>
          <p:nvPr userDrawn="1"/>
        </p:nvPicPr>
        <p:blipFill>
          <a:blip r:embed="rId3"/>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9DEB5E8B-9D80-CFB1-EDED-87ECE2CB2B8A}"/>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85F6291E-292F-647B-E93F-CCF3BD97EF41}"/>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F972A86A-A3D6-70DE-0206-BB773A444275}"/>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CAF733AF-6C3E-C1DE-BF08-4108C35CB058}"/>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CAB7700C-E55C-27FB-89BF-E9B044E9EC33}"/>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A9A2E08-C471-6D85-4D71-8B7583F204FA}"/>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A08275F7-17A7-2357-D01F-B5A5E3884CF3}"/>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BBC96F8B-987B-47C3-DC48-3B2EC5C98BF8}"/>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AB7A3534-0713-475D-C6A5-307770CE20B0}"/>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7EB70784-4611-F5A4-7D58-DD378AF3F6A9}"/>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4" name="Footer Placeholder 4">
            <a:extLst>
              <a:ext uri="{FF2B5EF4-FFF2-40B4-BE49-F238E27FC236}">
                <a16:creationId xmlns:a16="http://schemas.microsoft.com/office/drawing/2014/main" id="{87628174-E628-DF34-7A10-83FDFC5D11E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946131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52005"/>
            <a:ext cx="10515600" cy="1325563"/>
          </a:xfrm>
        </p:spPr>
        <p:txBody>
          <a:bodyPr>
            <a:normAutofit/>
          </a:bodyPr>
          <a:lstStyle>
            <a:lvl1pPr>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3" name="Content Placeholder 2"/>
          <p:cNvSpPr>
            <a:spLocks noGrp="1"/>
          </p:cNvSpPr>
          <p:nvPr>
            <p:ph idx="1" hasCustomPrompt="1"/>
          </p:nvPr>
        </p:nvSpPr>
        <p:spPr/>
        <p:txBody>
          <a:bodyPr>
            <a:normAutofit/>
          </a:bodyPr>
          <a:lstStyle>
            <a:lvl1pPr marL="0" indent="0" algn="just">
              <a:lnSpc>
                <a:spcPct val="100000"/>
              </a:lnSpc>
              <a:spcBef>
                <a:spcPts val="1200"/>
              </a:spcBef>
              <a:buNone/>
              <a:defRPr sz="2400">
                <a:latin typeface="Readex Pro" pitchFamily="2" charset="-78"/>
                <a:cs typeface="Readex Pro" pitchFamily="2" charset="-78"/>
              </a:defRPr>
            </a:lvl1pPr>
            <a:lvl2pPr marL="457200" indent="0" algn="just">
              <a:lnSpc>
                <a:spcPct val="100000"/>
              </a:lnSpc>
              <a:buNone/>
              <a:defRPr sz="2400">
                <a:latin typeface="Readex Pro" pitchFamily="2" charset="-78"/>
                <a:cs typeface="Readex Pro" pitchFamily="2" charset="-78"/>
              </a:defRPr>
            </a:lvl2pPr>
            <a:lvl3pPr marL="914400" indent="0" algn="just">
              <a:lnSpc>
                <a:spcPct val="100000"/>
              </a:lnSpc>
              <a:buNone/>
              <a:defRPr sz="2000">
                <a:latin typeface="Readex Pro" pitchFamily="2" charset="-78"/>
                <a:cs typeface="Readex Pro" pitchFamily="2" charset="-78"/>
              </a:defRPr>
            </a:lvl3pPr>
            <a:lvl4pPr marL="1371600" indent="0" algn="just">
              <a:lnSpc>
                <a:spcPct val="100000"/>
              </a:lnSpc>
              <a:buNone/>
              <a:defRPr sz="1800">
                <a:latin typeface="Readex Pro" pitchFamily="2" charset="-78"/>
                <a:cs typeface="Readex Pro" pitchFamily="2" charset="-78"/>
              </a:defRPr>
            </a:lvl4pPr>
            <a:lvl5pPr marL="1828800" indent="0" algn="just">
              <a:lnSpc>
                <a:spcPct val="100000"/>
              </a:lnSpc>
              <a:buNone/>
              <a:defRPr sz="1800">
                <a:latin typeface="Readex Pro" pitchFamily="2" charset="-78"/>
                <a:cs typeface="Readex Pro" pitchFamily="2" charset="-78"/>
              </a:defRPr>
            </a:lvl5pPr>
          </a:lstStyle>
          <a:p>
            <a:pPr lvl="0"/>
            <a:r>
              <a:rPr lang="en-US"/>
              <a:t>Nội dung</a:t>
            </a:r>
            <a:endParaRPr lang="en-US" dirty="0"/>
          </a:p>
        </p:txBody>
      </p:sp>
      <p:pic>
        <p:nvPicPr>
          <p:cNvPr id="13" name="Picture 12">
            <a:extLst>
              <a:ext uri="{FF2B5EF4-FFF2-40B4-BE49-F238E27FC236}">
                <a16:creationId xmlns:a16="http://schemas.microsoft.com/office/drawing/2014/main" id="{16CEE1D6-0A80-8A7D-310B-2F6B434F47E7}"/>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pic>
        <p:nvPicPr>
          <p:cNvPr id="25" name="Picture 2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8656" y="656757"/>
            <a:ext cx="292100" cy="292100"/>
          </a:xfrm>
          <a:prstGeom prst="rect">
            <a:avLst/>
          </a:prstGeom>
        </p:spPr>
      </p:pic>
      <p:pic>
        <p:nvPicPr>
          <p:cNvPr id="20" name="Picture 19"/>
          <p:cNvPicPr>
            <a:picLocks noChangeAspect="1"/>
          </p:cNvPicPr>
          <p:nvPr userDrawn="1"/>
        </p:nvPicPr>
        <p:blipFill>
          <a:blip r:embed="rId4"/>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CC110D58-C7C9-AD78-555F-33E02058DAF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AB81B152-BF7B-A150-5A99-2B451EC38D47}"/>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5D759768-9879-1B7A-B5FA-0DCEFE74D519}"/>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A3889155-4A4A-8DED-164F-8A56C00B8F97}"/>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35096035-4D5E-EF98-4374-6099861A66F4}"/>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8792706-2488-D26C-C54B-F6881C86D05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6F36761B-1C8C-2A9C-97D2-FD722A844AE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EBA4366D-2C0B-5E27-DC28-A877427191A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82538E5B-E5A0-69DD-94F0-C506BC4743B8}"/>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4" name="Date Placeholder 3">
            <a:extLst>
              <a:ext uri="{FF2B5EF4-FFF2-40B4-BE49-F238E27FC236}">
                <a16:creationId xmlns:a16="http://schemas.microsoft.com/office/drawing/2014/main" id="{709C7B13-13FD-9548-48BE-5821DF0AAE0D}"/>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5" name="Footer Placeholder 4">
            <a:extLst>
              <a:ext uri="{FF2B5EF4-FFF2-40B4-BE49-F238E27FC236}">
                <a16:creationId xmlns:a16="http://schemas.microsoft.com/office/drawing/2014/main" id="{2283063C-B225-E607-FC11-4C67B227314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881589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Left - Placeholder Right">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6B71F910-DD42-8802-386F-AA27E891E307}"/>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sp>
        <p:nvSpPr>
          <p:cNvPr id="16" name="Title 1"/>
          <p:cNvSpPr>
            <a:spLocks noGrp="1"/>
          </p:cNvSpPr>
          <p:nvPr userDrawn="1">
            <p:ph type="ctrTitle" hasCustomPrompt="1"/>
          </p:nvPr>
        </p:nvSpPr>
        <p:spPr>
          <a:xfrm>
            <a:off x="514350" y="1125114"/>
            <a:ext cx="446722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userDrawn="1">
            <p:ph type="subTitle" idx="1" hasCustomPrompt="1"/>
          </p:nvPr>
        </p:nvSpPr>
        <p:spPr>
          <a:xfrm>
            <a:off x="514348" y="2885650"/>
            <a:ext cx="4467229" cy="2244548"/>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 </a:t>
            </a:r>
            <a:endParaRPr lang="en-US" dirty="0"/>
          </a:p>
        </p:txBody>
      </p:sp>
      <p:sp>
        <p:nvSpPr>
          <p:cNvPr id="19" name="Content Placeholder 9"/>
          <p:cNvSpPr>
            <a:spLocks noGrp="1"/>
          </p:cNvSpPr>
          <p:nvPr userDrawn="1">
            <p:ph sz="quarter" idx="12" hasCustomPrompt="1"/>
          </p:nvPr>
        </p:nvSpPr>
        <p:spPr>
          <a:xfrm>
            <a:off x="5667375" y="1125114"/>
            <a:ext cx="5381626" cy="3952875"/>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20" name="Picture 19"/>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8E269295-E313-A799-7125-41D39E39DAF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EF4B895D-114D-C9C2-A547-220F39E95B3A}"/>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9B61B30F-7B6D-78FB-BD6E-E34AD607BE56}"/>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227F6DF5-10A9-DC42-E1E9-D1FA91D6BBF1}"/>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71959BFF-8A0A-B338-A74E-37D7F5CED4DF}"/>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3AE9E1AD-2113-53D7-8783-10A60D932962}"/>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FE1424EB-91CE-59BF-400F-9BCF3A182E62}"/>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A299800F-88A1-1EF2-673A-E19EDD4D12A2}"/>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2DFA7C85-7A63-3F94-A6E0-51FBFB0A6214}"/>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39E5B1EA-BE1C-22C4-8140-1FF7F085C8B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2" name="Footer Placeholder 4">
            <a:extLst>
              <a:ext uri="{FF2B5EF4-FFF2-40B4-BE49-F238E27FC236}">
                <a16:creationId xmlns:a16="http://schemas.microsoft.com/office/drawing/2014/main" id="{23F5244F-399D-4048-0258-1C4D4345FF9B}"/>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964197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laceholder Left - Title Right ">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036A66E2-7787-687B-3553-97FAF9109CAB}"/>
              </a:ext>
            </a:extLst>
          </p:cNvPr>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sp>
        <p:nvSpPr>
          <p:cNvPr id="16" name="Title 1"/>
          <p:cNvSpPr>
            <a:spLocks noGrp="1"/>
          </p:cNvSpPr>
          <p:nvPr userDrawn="1">
            <p:ph type="ctrTitle" hasCustomPrompt="1"/>
          </p:nvPr>
        </p:nvSpPr>
        <p:spPr>
          <a:xfrm>
            <a:off x="6737350" y="1332588"/>
            <a:ext cx="446722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userDrawn="1">
            <p:ph type="subTitle" idx="1" hasCustomPrompt="1"/>
          </p:nvPr>
        </p:nvSpPr>
        <p:spPr>
          <a:xfrm>
            <a:off x="6737348" y="3093124"/>
            <a:ext cx="4467229" cy="2192339"/>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19" name="Content Placeholder 9"/>
          <p:cNvSpPr>
            <a:spLocks noGrp="1"/>
          </p:cNvSpPr>
          <p:nvPr userDrawn="1">
            <p:ph sz="quarter" idx="12" hasCustomPrompt="1"/>
          </p:nvPr>
        </p:nvSpPr>
        <p:spPr>
          <a:xfrm>
            <a:off x="624706" y="1332588"/>
            <a:ext cx="5381626" cy="3952875"/>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17" name="Picture 16"/>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D473B34E-C5A1-D7E2-C692-BFBE5EBD6AC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0C1CFE12-2689-2DB3-6CB8-E6D662CAE886}"/>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206B0CF2-5878-8045-7665-76673B4F71AB}"/>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46C447DE-39C2-0CF7-466F-6F936D0397D6}"/>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6BB166D7-5532-DFCC-4719-A557C504B8F3}"/>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B618045-F14E-9F31-0FA0-0532F46BF465}"/>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3AF28839-2BBD-09C4-84D8-C7BD82D44B55}"/>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BCD9E80B-3CE1-773E-29BB-8B95E6D45434}"/>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8ACA3E05-765A-20DC-76C7-1BB18527C022}"/>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D2971456-C6D4-0F38-6B9E-1F35DDA6E43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2" name="Footer Placeholder 4">
            <a:extLst>
              <a:ext uri="{FF2B5EF4-FFF2-40B4-BE49-F238E27FC236}">
                <a16:creationId xmlns:a16="http://schemas.microsoft.com/office/drawing/2014/main" id="{C3720CF9-36DD-EAE0-4DFF-B34E1D72560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542098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Left">
    <p:spTree>
      <p:nvGrpSpPr>
        <p:cNvPr id="1" name=""/>
        <p:cNvGrpSpPr/>
        <p:nvPr/>
      </p:nvGrpSpPr>
      <p:grpSpPr>
        <a:xfrm>
          <a:off x="0" y="0"/>
          <a:ext cx="0" cy="0"/>
          <a:chOff x="0" y="0"/>
          <a:chExt cx="0" cy="0"/>
        </a:xfrm>
      </p:grpSpPr>
      <p:sp>
        <p:nvSpPr>
          <p:cNvPr id="3" name="Picture Placeholder 2"/>
          <p:cNvSpPr>
            <a:spLocks noGrp="1"/>
          </p:cNvSpPr>
          <p:nvPr>
            <p:ph type="pic" sz="quarter" idx="12" hasCustomPrompt="1"/>
          </p:nvPr>
        </p:nvSpPr>
        <p:spPr>
          <a:xfrm>
            <a:off x="0" y="0"/>
            <a:ext cx="4787900" cy="6858000"/>
          </a:xfrm>
        </p:spPr>
        <p:txBody>
          <a:bodyPr anchor="ctr" anchorCtr="0"/>
          <a:lstStyle>
            <a:lvl1pPr marL="0" indent="0" algn="ctr">
              <a:buNone/>
              <a:defRPr/>
            </a:lvl1pPr>
          </a:lstStyle>
          <a:p>
            <a:r>
              <a:rPr lang="en-US"/>
              <a:t>Chèn ảnh</a:t>
            </a:r>
          </a:p>
        </p:txBody>
      </p:sp>
      <p:sp>
        <p:nvSpPr>
          <p:cNvPr id="16" name="Title 1"/>
          <p:cNvSpPr>
            <a:spLocks noGrp="1"/>
          </p:cNvSpPr>
          <p:nvPr>
            <p:ph type="ctrTitle" hasCustomPrompt="1"/>
          </p:nvPr>
        </p:nvSpPr>
        <p:spPr>
          <a:xfrm>
            <a:off x="5626100" y="1109534"/>
            <a:ext cx="595947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p:ph type="subTitle" idx="1" hasCustomPrompt="1"/>
          </p:nvPr>
        </p:nvSpPr>
        <p:spPr>
          <a:xfrm>
            <a:off x="5626098" y="2870070"/>
            <a:ext cx="5959480" cy="2502381"/>
          </a:xfrm>
        </p:spPr>
        <p:txBody>
          <a:bodyPr anchor="t" anchorCtr="0">
            <a:noAutofit/>
          </a:bodyPr>
          <a:lstStyle>
            <a:lvl1pPr marL="0" indent="0" algn="just">
              <a:lnSpc>
                <a:spcPct val="100000"/>
              </a:lnSpc>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17" name="Rectangle 16"/>
          <p:cNvSpPr/>
          <p:nvPr userDrawn="1"/>
        </p:nvSpPr>
        <p:spPr>
          <a:xfrm>
            <a:off x="4787899" y="0"/>
            <a:ext cx="116779" cy="6858000"/>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5106" y="241300"/>
            <a:ext cx="292100" cy="292100"/>
          </a:xfrm>
          <a:prstGeom prst="rect">
            <a:avLst/>
          </a:prstGeom>
        </p:spPr>
      </p:pic>
      <p:pic>
        <p:nvPicPr>
          <p:cNvPr id="22" name="Picture 21"/>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7666FBEF-96D4-A728-F979-1B9E3C584618}"/>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68E8E8DD-CE54-0055-2BF7-151D57DF8BD3}"/>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D272301E-8D74-6168-3E37-23F22C232E8A}"/>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1E1F16EF-BF90-0E2D-8C37-9F7F65B32C5A}"/>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24C6974A-DD6E-7CB5-8FD4-600450267DC0}"/>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56196367-A723-A537-EB98-81ACB69748FB}"/>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E466BEA6-14C4-AF23-E4A2-9D451D536F01}"/>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0" name="TextBox 9">
            <a:extLst>
              <a:ext uri="{FF2B5EF4-FFF2-40B4-BE49-F238E27FC236}">
                <a16:creationId xmlns:a16="http://schemas.microsoft.com/office/drawing/2014/main" id="{C8362F22-F1FE-F284-D164-71325E2FE29A}"/>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C52A85AC-B7B7-482A-12B3-980D59815FDD}"/>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BF6D7656-F800-D94D-225F-EDD31055092D}"/>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3" name="Footer Placeholder 4">
            <a:extLst>
              <a:ext uri="{FF2B5EF4-FFF2-40B4-BE49-F238E27FC236}">
                <a16:creationId xmlns:a16="http://schemas.microsoft.com/office/drawing/2014/main" id="{7D4C748E-C498-F3D1-FA1A-8DE0452D33B4}"/>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250931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Picture Left">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F9E864A0-20A2-BDEB-4706-A5E83DDFA48B}"/>
              </a:ext>
            </a:extLst>
          </p:cNvPr>
          <p:cNvPicPr>
            <a:picLocks noChangeAspect="1"/>
          </p:cNvPicPr>
          <p:nvPr userDrawn="1"/>
        </p:nvPicPr>
        <p:blipFill>
          <a:blip r:embed="rId2">
            <a:duotone>
              <a:schemeClr val="bg2">
                <a:shade val="45000"/>
                <a:satMod val="135000"/>
              </a:schemeClr>
              <a:prstClr val="white"/>
            </a:duotone>
          </a:blip>
          <a:stretch>
            <a:fillRect/>
          </a:stretch>
        </p:blipFill>
        <p:spPr>
          <a:xfrm rot="2700000">
            <a:off x="781863" y="1310095"/>
            <a:ext cx="3916148" cy="3910374"/>
          </a:xfrm>
          <a:prstGeom prst="rect">
            <a:avLst/>
          </a:prstGeom>
        </p:spPr>
      </p:pic>
      <p:sp>
        <p:nvSpPr>
          <p:cNvPr id="16" name="Title 1"/>
          <p:cNvSpPr>
            <a:spLocks noGrp="1"/>
          </p:cNvSpPr>
          <p:nvPr>
            <p:ph type="ctrTitle" hasCustomPrompt="1"/>
          </p:nvPr>
        </p:nvSpPr>
        <p:spPr>
          <a:xfrm>
            <a:off x="5575300" y="769938"/>
            <a:ext cx="595947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p:ph type="subTitle" idx="1" hasCustomPrompt="1"/>
          </p:nvPr>
        </p:nvSpPr>
        <p:spPr>
          <a:xfrm>
            <a:off x="5575298" y="2530474"/>
            <a:ext cx="5959480" cy="3550350"/>
          </a:xfrm>
        </p:spPr>
        <p:txBody>
          <a:bodyPr anchor="t" anchorCtr="0">
            <a:noAutofit/>
          </a:bodyPr>
          <a:lstStyle>
            <a:lvl1pPr marL="0" indent="0" algn="just">
              <a:lnSpc>
                <a:spcPct val="100000"/>
              </a:lnSpc>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pic>
        <p:nvPicPr>
          <p:cNvPr id="22" name="Picture 21"/>
          <p:cNvPicPr>
            <a:picLocks noChangeAspect="1"/>
          </p:cNvPicPr>
          <p:nvPr userDrawn="1"/>
        </p:nvPicPr>
        <p:blipFill>
          <a:blip r:embed="rId2"/>
          <a:stretch>
            <a:fillRect/>
          </a:stretch>
        </p:blipFill>
        <p:spPr>
          <a:xfrm>
            <a:off x="11987783" y="93587"/>
            <a:ext cx="107165" cy="107007"/>
          </a:xfrm>
          <a:prstGeom prst="rect">
            <a:avLst/>
          </a:prstGeom>
        </p:spPr>
      </p:pic>
      <p:sp>
        <p:nvSpPr>
          <p:cNvPr id="23" name="Picture Placeholder 22">
            <a:extLst>
              <a:ext uri="{FF2B5EF4-FFF2-40B4-BE49-F238E27FC236}">
                <a16:creationId xmlns:a16="http://schemas.microsoft.com/office/drawing/2014/main" id="{8A90EEE0-CD8C-2ACB-25F9-50BB8997F9B6}"/>
              </a:ext>
            </a:extLst>
          </p:cNvPr>
          <p:cNvSpPr>
            <a:spLocks noGrp="1"/>
          </p:cNvSpPr>
          <p:nvPr>
            <p:ph type="pic" sz="quarter" idx="12" hasCustomPrompt="1"/>
          </p:nvPr>
        </p:nvSpPr>
        <p:spPr>
          <a:xfrm>
            <a:off x="438976" y="127568"/>
            <a:ext cx="2971800" cy="2971800"/>
          </a:xfrm>
          <a:prstGeom prst="diamond">
            <a:avLst/>
          </a:prstGeom>
          <a:ln>
            <a:noFill/>
          </a:ln>
        </p:spPr>
        <p:txBody>
          <a:bodyPr anchor="ctr" anchorCtr="0">
            <a:normAutofit/>
          </a:bodyPr>
          <a:lstStyle>
            <a:lvl1pPr marL="0" indent="0" algn="ctr">
              <a:buNone/>
              <a:defRPr sz="2400"/>
            </a:lvl1pPr>
          </a:lstStyle>
          <a:p>
            <a:r>
              <a:rPr lang="en-US"/>
              <a:t>Chèn ảnh</a:t>
            </a:r>
          </a:p>
        </p:txBody>
      </p:sp>
      <p:sp>
        <p:nvSpPr>
          <p:cNvPr id="24" name="Picture Placeholder 22">
            <a:extLst>
              <a:ext uri="{FF2B5EF4-FFF2-40B4-BE49-F238E27FC236}">
                <a16:creationId xmlns:a16="http://schemas.microsoft.com/office/drawing/2014/main" id="{DDDAF3A5-8C80-403E-4204-D45A798228F3}"/>
              </a:ext>
            </a:extLst>
          </p:cNvPr>
          <p:cNvSpPr>
            <a:spLocks noGrp="1"/>
          </p:cNvSpPr>
          <p:nvPr>
            <p:ph type="pic" sz="quarter" idx="13" hasCustomPrompt="1"/>
          </p:nvPr>
        </p:nvSpPr>
        <p:spPr>
          <a:xfrm>
            <a:off x="438976" y="3365543"/>
            <a:ext cx="2971800" cy="2971800"/>
          </a:xfrm>
          <a:prstGeom prst="diamond">
            <a:avLst/>
          </a:prstGeom>
          <a:ln>
            <a:noFill/>
          </a:ln>
        </p:spPr>
        <p:txBody>
          <a:bodyPr anchor="ctr" anchorCtr="0">
            <a:normAutofit/>
          </a:bodyPr>
          <a:lstStyle>
            <a:lvl1pPr marL="0" indent="0" algn="ctr">
              <a:buNone/>
              <a:defRPr sz="2400"/>
            </a:lvl1pPr>
          </a:lstStyle>
          <a:p>
            <a:r>
              <a:rPr lang="en-US"/>
              <a:t>Chèn ảnh</a:t>
            </a:r>
          </a:p>
        </p:txBody>
      </p:sp>
      <p:sp>
        <p:nvSpPr>
          <p:cNvPr id="25" name="Picture Placeholder 22">
            <a:extLst>
              <a:ext uri="{FF2B5EF4-FFF2-40B4-BE49-F238E27FC236}">
                <a16:creationId xmlns:a16="http://schemas.microsoft.com/office/drawing/2014/main" id="{1442A5B8-CFC4-5FD2-2AD5-A6E2BE31C3D6}"/>
              </a:ext>
            </a:extLst>
          </p:cNvPr>
          <p:cNvSpPr>
            <a:spLocks noGrp="1"/>
          </p:cNvSpPr>
          <p:nvPr>
            <p:ph type="pic" sz="quarter" idx="14" hasCustomPrompt="1"/>
          </p:nvPr>
        </p:nvSpPr>
        <p:spPr>
          <a:xfrm>
            <a:off x="2032811" y="1752381"/>
            <a:ext cx="2971800" cy="2971800"/>
          </a:xfrm>
          <a:prstGeom prst="diamond">
            <a:avLst/>
          </a:prstGeom>
          <a:ln>
            <a:noFill/>
          </a:ln>
        </p:spPr>
        <p:txBody>
          <a:bodyPr anchor="ctr" anchorCtr="0">
            <a:normAutofit/>
          </a:bodyPr>
          <a:lstStyle>
            <a:lvl1pPr marL="0" indent="0" algn="ctr">
              <a:buNone/>
              <a:defRPr sz="2400"/>
            </a:lvl1pPr>
          </a:lstStyle>
          <a:p>
            <a:r>
              <a:rPr lang="en-US"/>
              <a:t>Chèn ảnh</a:t>
            </a:r>
          </a:p>
        </p:txBody>
      </p:sp>
      <p:pic>
        <p:nvPicPr>
          <p:cNvPr id="26" name="Picture 25">
            <a:extLst>
              <a:ext uri="{FF2B5EF4-FFF2-40B4-BE49-F238E27FC236}">
                <a16:creationId xmlns:a16="http://schemas.microsoft.com/office/drawing/2014/main" id="{18BE5A7E-5F20-6A38-5D19-14DA476864C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2776" y="2393663"/>
            <a:ext cx="1716960" cy="1717475"/>
          </a:xfrm>
          <a:prstGeom prst="rect">
            <a:avLst/>
          </a:prstGeom>
        </p:spPr>
      </p:pic>
      <p:sp>
        <p:nvSpPr>
          <p:cNvPr id="2" name="Slide Number Placeholder 5">
            <a:extLst>
              <a:ext uri="{FF2B5EF4-FFF2-40B4-BE49-F238E27FC236}">
                <a16:creationId xmlns:a16="http://schemas.microsoft.com/office/drawing/2014/main" id="{09D97C13-D91F-4682-B432-81FF1B14B495}"/>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2684DFD5-27A7-C363-7007-2DC193A3EAFE}"/>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8316999E-E9FF-973E-7101-9B1C41997646}"/>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766026A7-B4F0-EAA7-6E24-26FFBCA763F1}"/>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8FF0E9D6-6802-7688-2B57-6C08D5DA59C9}"/>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6E658449-E3D8-FD81-A0DE-693514AECD38}"/>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33B45509-564D-FF36-7D23-E19C5706B85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034F2291-6314-C1AD-04AC-4C2F36AFBCE5}"/>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60D81222-A6F3-0F0F-54F8-3440A58FEE7D}"/>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15F7985F-5BDC-B2DF-EE61-A86912B6894F}"/>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2" name="Footer Placeholder 4">
            <a:extLst>
              <a:ext uri="{FF2B5EF4-FFF2-40B4-BE49-F238E27FC236}">
                <a16:creationId xmlns:a16="http://schemas.microsoft.com/office/drawing/2014/main" id="{3F3C7577-EE0C-2234-C1BF-DA9C643EE26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9654137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ue Left">
    <p:spTree>
      <p:nvGrpSpPr>
        <p:cNvPr id="1" name=""/>
        <p:cNvGrpSpPr/>
        <p:nvPr/>
      </p:nvGrpSpPr>
      <p:grpSpPr>
        <a:xfrm>
          <a:off x="0" y="0"/>
          <a:ext cx="0" cy="0"/>
          <a:chOff x="0" y="0"/>
          <a:chExt cx="0" cy="0"/>
        </a:xfrm>
      </p:grpSpPr>
      <p:grpSp>
        <p:nvGrpSpPr>
          <p:cNvPr id="15" name="Group 14"/>
          <p:cNvGrpSpPr/>
          <p:nvPr userDrawn="1"/>
        </p:nvGrpSpPr>
        <p:grpSpPr>
          <a:xfrm>
            <a:off x="170156" y="134614"/>
            <a:ext cx="3918888" cy="6192390"/>
            <a:chOff x="125766" y="134614"/>
            <a:chExt cx="3918888" cy="6192390"/>
          </a:xfrm>
        </p:grpSpPr>
        <p:sp>
          <p:nvSpPr>
            <p:cNvPr id="16" name="Rectangle 15"/>
            <p:cNvSpPr/>
            <p:nvPr userDrawn="1"/>
          </p:nvSpPr>
          <p:spPr>
            <a:xfrm>
              <a:off x="125766" y="134614"/>
              <a:ext cx="3918888" cy="6192390"/>
            </a:xfrm>
            <a:prstGeom prst="rect">
              <a:avLst/>
            </a:prstGeom>
            <a:solidFill>
              <a:srgbClr val="1F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7" name="Rectangle 16"/>
            <p:cNvSpPr/>
            <p:nvPr userDrawn="1"/>
          </p:nvSpPr>
          <p:spPr>
            <a:xfrm>
              <a:off x="125766" y="134614"/>
              <a:ext cx="3918888" cy="54884"/>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sp>
        <p:nvSpPr>
          <p:cNvPr id="3" name="Subtitle 2"/>
          <p:cNvSpPr>
            <a:spLocks noGrp="1"/>
          </p:cNvSpPr>
          <p:nvPr>
            <p:ph type="subTitle" idx="1" hasCustomPrompt="1"/>
          </p:nvPr>
        </p:nvSpPr>
        <p:spPr>
          <a:xfrm>
            <a:off x="423332" y="2190750"/>
            <a:ext cx="3335867" cy="3761528"/>
          </a:xfrm>
        </p:spPr>
        <p:txBody>
          <a:bodyPr>
            <a:normAutofit/>
          </a:bodyPr>
          <a:lstStyle>
            <a:lvl1pPr marL="0" indent="0" algn="l">
              <a:lnSpc>
                <a:spcPct val="100000"/>
              </a:lnSpc>
              <a:buNone/>
              <a:defRPr sz="1600" b="0" i="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Title 1"/>
          <p:cNvSpPr>
            <a:spLocks noGrp="1"/>
          </p:cNvSpPr>
          <p:nvPr>
            <p:ph type="ctrTitle" hasCustomPrompt="1"/>
          </p:nvPr>
        </p:nvSpPr>
        <p:spPr>
          <a:xfrm>
            <a:off x="423333" y="481807"/>
            <a:ext cx="3335866" cy="1570038"/>
          </a:xfrm>
        </p:spPr>
        <p:txBody>
          <a:bodyPr anchor="b" anchorCtr="0">
            <a:noAutofit/>
          </a:bodyPr>
          <a:lstStyle>
            <a:lvl1pPr algn="l">
              <a:defRPr sz="2800" b="1">
                <a:solidFill>
                  <a:schemeClr val="bg1"/>
                </a:solidFill>
                <a:latin typeface="K2D" panose="00000500000000000000" pitchFamily="2" charset="-34"/>
              </a:defRPr>
            </a:lvl1pPr>
          </a:lstStyle>
          <a:p>
            <a:r>
              <a:rPr lang="en-US"/>
              <a:t>Tiêu đề</a:t>
            </a:r>
            <a:endParaRPr lang="en-US" dirty="0"/>
          </a:p>
        </p:txBody>
      </p:sp>
      <p:sp>
        <p:nvSpPr>
          <p:cNvPr id="10" name="Content Placeholder 9"/>
          <p:cNvSpPr>
            <a:spLocks noGrp="1"/>
          </p:cNvSpPr>
          <p:nvPr>
            <p:ph sz="quarter" idx="12" hasCustomPrompt="1"/>
          </p:nvPr>
        </p:nvSpPr>
        <p:spPr>
          <a:xfrm>
            <a:off x="4210050" y="1233577"/>
            <a:ext cx="7685088" cy="4882552"/>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31" name="Picture 3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57565" y="285479"/>
            <a:ext cx="457200" cy="457200"/>
          </a:xfrm>
          <a:prstGeom prst="rect">
            <a:avLst/>
          </a:prstGeom>
        </p:spPr>
      </p:pic>
      <p:pic>
        <p:nvPicPr>
          <p:cNvPr id="23" name="Picture 22"/>
          <p:cNvPicPr>
            <a:picLocks noChangeAspect="1"/>
          </p:cNvPicPr>
          <p:nvPr userDrawn="1"/>
        </p:nvPicPr>
        <p:blipFill>
          <a:blip r:embed="rId3"/>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555DA46C-D8B6-7CFC-66B8-7CB0661BDC50}"/>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C520D40A-2E3B-C7A9-C896-AB297CD1D502}"/>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90772D73-D33F-3CF1-F2EC-3AB49AB0A3E2}"/>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C3B7BB71-C74C-F574-53FD-686AF1FFDDB1}"/>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D2F3CACD-6A80-FFA4-A1A8-D43F712955F4}"/>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FAEB09F-CD5E-7ADC-1B2F-8965E3D71282}"/>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1" name="TextBox 10">
              <a:extLst>
                <a:ext uri="{FF2B5EF4-FFF2-40B4-BE49-F238E27FC236}">
                  <a16:creationId xmlns:a16="http://schemas.microsoft.com/office/drawing/2014/main" id="{D6F64E0D-6262-6968-C324-91B0C29DAE2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2" name="TextBox 11">
            <a:extLst>
              <a:ext uri="{FF2B5EF4-FFF2-40B4-BE49-F238E27FC236}">
                <a16:creationId xmlns:a16="http://schemas.microsoft.com/office/drawing/2014/main" id="{46ACF565-7282-52D8-2F87-9979EB7D22E4}"/>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3" name="Picture 12">
            <a:extLst>
              <a:ext uri="{FF2B5EF4-FFF2-40B4-BE49-F238E27FC236}">
                <a16:creationId xmlns:a16="http://schemas.microsoft.com/office/drawing/2014/main" id="{F5EB52C3-46A3-8597-EB48-A059B972B610}"/>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4" name="Date Placeholder 3">
            <a:extLst>
              <a:ext uri="{FF2B5EF4-FFF2-40B4-BE49-F238E27FC236}">
                <a16:creationId xmlns:a16="http://schemas.microsoft.com/office/drawing/2014/main" id="{F417CD2D-3662-2AA5-03DA-B7DB71FD4D1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8" name="Footer Placeholder 4">
            <a:extLst>
              <a:ext uri="{FF2B5EF4-FFF2-40B4-BE49-F238E27FC236}">
                <a16:creationId xmlns:a16="http://schemas.microsoft.com/office/drawing/2014/main" id="{176764BE-F724-71A0-BE05-2D8CD35F4D59}"/>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7590626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Top">
    <p:bg>
      <p:bgPr>
        <a:solidFill>
          <a:schemeClr val="bg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152386" y="134613"/>
            <a:ext cx="11887228" cy="2275212"/>
            <a:chOff x="125766" y="134611"/>
            <a:chExt cx="3918888" cy="6192393"/>
          </a:xfrm>
        </p:grpSpPr>
        <p:sp>
          <p:nvSpPr>
            <p:cNvPr id="8" name="Rectangle 7"/>
            <p:cNvSpPr/>
            <p:nvPr userDrawn="1"/>
          </p:nvSpPr>
          <p:spPr>
            <a:xfrm>
              <a:off x="125766" y="134614"/>
              <a:ext cx="3918888" cy="6192390"/>
            </a:xfrm>
            <a:prstGeom prst="rect">
              <a:avLst/>
            </a:prstGeom>
            <a:solidFill>
              <a:srgbClr val="1F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0" name="Rectangle 19"/>
            <p:cNvSpPr/>
            <p:nvPr userDrawn="1"/>
          </p:nvSpPr>
          <p:spPr>
            <a:xfrm>
              <a:off x="125766" y="134611"/>
              <a:ext cx="3918888" cy="124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sp>
        <p:nvSpPr>
          <p:cNvPr id="3" name="Subtitle 2"/>
          <p:cNvSpPr>
            <a:spLocks noGrp="1"/>
          </p:cNvSpPr>
          <p:nvPr>
            <p:ph type="subTitle" idx="1" hasCustomPrompt="1"/>
          </p:nvPr>
        </p:nvSpPr>
        <p:spPr>
          <a:xfrm>
            <a:off x="6191250" y="465934"/>
            <a:ext cx="5229225" cy="1634339"/>
          </a:xfrm>
        </p:spPr>
        <p:txBody>
          <a:bodyPr wrap="square">
            <a:noAutofit/>
          </a:bodyPr>
          <a:lstStyle>
            <a:lvl1pPr marL="0" indent="0" algn="l">
              <a:lnSpc>
                <a:spcPct val="150000"/>
              </a:lnSpc>
              <a:buNone/>
              <a:defRPr sz="1600" b="0" i="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Title 1"/>
          <p:cNvSpPr>
            <a:spLocks noGrp="1"/>
          </p:cNvSpPr>
          <p:nvPr>
            <p:ph type="ctrTitle" hasCustomPrompt="1"/>
          </p:nvPr>
        </p:nvSpPr>
        <p:spPr>
          <a:xfrm>
            <a:off x="624705" y="3223632"/>
            <a:ext cx="4928369" cy="1420849"/>
          </a:xfrm>
        </p:spPr>
        <p:txBody>
          <a:bodyPr anchor="b" anchorCtr="0">
            <a:noAutofit/>
          </a:bodyPr>
          <a:lstStyle>
            <a:lvl1pPr algn="l">
              <a:defRPr sz="2800" b="1">
                <a:solidFill>
                  <a:srgbClr val="1F5CA9"/>
                </a:solidFill>
                <a:latin typeface="K2D" panose="00000500000000000000" pitchFamily="2" charset="-34"/>
              </a:defRPr>
            </a:lvl1pPr>
          </a:lstStyle>
          <a:p>
            <a:r>
              <a:rPr lang="en-US"/>
              <a:t>Tiêu đề</a:t>
            </a:r>
            <a:endParaRPr lang="en-US" dirty="0"/>
          </a:p>
        </p:txBody>
      </p:sp>
      <p:sp>
        <p:nvSpPr>
          <p:cNvPr id="9" name="Picture Placeholder 8"/>
          <p:cNvSpPr>
            <a:spLocks noGrp="1"/>
          </p:cNvSpPr>
          <p:nvPr>
            <p:ph type="pic" sz="quarter" idx="12" hasCustomPrompt="1"/>
          </p:nvPr>
        </p:nvSpPr>
        <p:spPr>
          <a:xfrm>
            <a:off x="625089" y="438150"/>
            <a:ext cx="4927600" cy="2619375"/>
          </a:xfrm>
          <a:solidFill>
            <a:schemeClr val="bg1"/>
          </a:solidFill>
          <a:ln w="38100">
            <a:noFill/>
            <a:miter lim="800000"/>
          </a:ln>
        </p:spPr>
        <p:txBody>
          <a:bodyPr anchor="ctr" anchorCtr="0"/>
          <a:lstStyle>
            <a:lvl1pPr marL="0" indent="0" algn="ctr">
              <a:buNone/>
              <a:defRPr/>
            </a:lvl1pPr>
          </a:lstStyle>
          <a:p>
            <a:r>
              <a:rPr lang="en-US"/>
              <a:t>Chèn ảnh</a:t>
            </a:r>
          </a:p>
        </p:txBody>
      </p:sp>
      <p:sp>
        <p:nvSpPr>
          <p:cNvPr id="19" name="Rectangle 18"/>
          <p:cNvSpPr/>
          <p:nvPr userDrawn="1"/>
        </p:nvSpPr>
        <p:spPr>
          <a:xfrm>
            <a:off x="624706" y="3062972"/>
            <a:ext cx="4927984" cy="88554"/>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1" name="Picture 20">
            <a:extLst>
              <a:ext uri="{FF2B5EF4-FFF2-40B4-BE49-F238E27FC236}">
                <a16:creationId xmlns:a16="http://schemas.microsoft.com/office/drawing/2014/main" id="{9DE2B706-8307-6ED5-F877-389B0B297961}"/>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7069466" y="2644402"/>
            <a:ext cx="3453753" cy="3402396"/>
          </a:xfrm>
          <a:prstGeom prst="rect">
            <a:avLst/>
          </a:prstGeom>
        </p:spPr>
      </p:pic>
      <p:pic>
        <p:nvPicPr>
          <p:cNvPr id="37" name="Picture 3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53815" y="2177429"/>
            <a:ext cx="457200" cy="457200"/>
          </a:xfrm>
          <a:prstGeom prst="rect">
            <a:avLst/>
          </a:prstGeom>
        </p:spPr>
      </p:pic>
      <p:pic>
        <p:nvPicPr>
          <p:cNvPr id="27" name="Picture 26"/>
          <p:cNvPicPr>
            <a:picLocks noChangeAspect="1"/>
          </p:cNvPicPr>
          <p:nvPr userDrawn="1"/>
        </p:nvPicPr>
        <p:blipFill>
          <a:blip r:embed="rId4"/>
          <a:stretch>
            <a:fillRect/>
          </a:stretch>
        </p:blipFill>
        <p:spPr>
          <a:xfrm>
            <a:off x="11987783" y="93587"/>
            <a:ext cx="107165" cy="107007"/>
          </a:xfrm>
          <a:prstGeom prst="rect">
            <a:avLst/>
          </a:prstGeom>
        </p:spPr>
      </p:pic>
      <p:sp>
        <p:nvSpPr>
          <p:cNvPr id="5" name="Slide Number Placeholder 5">
            <a:extLst>
              <a:ext uri="{FF2B5EF4-FFF2-40B4-BE49-F238E27FC236}">
                <a16:creationId xmlns:a16="http://schemas.microsoft.com/office/drawing/2014/main" id="{A5B4C324-3C81-EE05-863B-0BFD10068AD0}"/>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6" name="Rectangle 5">
            <a:extLst>
              <a:ext uri="{FF2B5EF4-FFF2-40B4-BE49-F238E27FC236}">
                <a16:creationId xmlns:a16="http://schemas.microsoft.com/office/drawing/2014/main" id="{7CC62863-B89C-435F-F151-714E85DDC0DE}"/>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7" name="Rectangle 6">
            <a:extLst>
              <a:ext uri="{FF2B5EF4-FFF2-40B4-BE49-F238E27FC236}">
                <a16:creationId xmlns:a16="http://schemas.microsoft.com/office/drawing/2014/main" id="{54D858D0-591A-DB7C-B0CF-EC5885EF6AA5}"/>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0" name="Slide Number Placeholder 5">
            <a:extLst>
              <a:ext uri="{FF2B5EF4-FFF2-40B4-BE49-F238E27FC236}">
                <a16:creationId xmlns:a16="http://schemas.microsoft.com/office/drawing/2014/main" id="{91B9E2AA-8C7B-B434-371B-D07F8E42BC7D}"/>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1" name="Group 10">
            <a:extLst>
              <a:ext uri="{FF2B5EF4-FFF2-40B4-BE49-F238E27FC236}">
                <a16:creationId xmlns:a16="http://schemas.microsoft.com/office/drawing/2014/main" id="{EE048CFE-B19B-7653-369A-1274DDC6A672}"/>
              </a:ext>
            </a:extLst>
          </p:cNvPr>
          <p:cNvGrpSpPr/>
          <p:nvPr userDrawn="1"/>
        </p:nvGrpSpPr>
        <p:grpSpPr>
          <a:xfrm>
            <a:off x="817685" y="6410864"/>
            <a:ext cx="2760487" cy="403790"/>
            <a:chOff x="741485" y="6410864"/>
            <a:chExt cx="2760487" cy="403790"/>
          </a:xfrm>
        </p:grpSpPr>
        <p:sp>
          <p:nvSpPr>
            <p:cNvPr id="12" name="TextBox 11">
              <a:extLst>
                <a:ext uri="{FF2B5EF4-FFF2-40B4-BE49-F238E27FC236}">
                  <a16:creationId xmlns:a16="http://schemas.microsoft.com/office/drawing/2014/main" id="{38B54DA6-059E-42E3-D2C2-7CC236D17F72}"/>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B478C257-C905-714F-8D36-7C4FEA7B1012}"/>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4" name="TextBox 13">
            <a:extLst>
              <a:ext uri="{FF2B5EF4-FFF2-40B4-BE49-F238E27FC236}">
                <a16:creationId xmlns:a16="http://schemas.microsoft.com/office/drawing/2014/main" id="{7171E3B6-9344-8EA5-ECCC-B4E2DB489CB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5" name="Picture 14">
            <a:extLst>
              <a:ext uri="{FF2B5EF4-FFF2-40B4-BE49-F238E27FC236}">
                <a16:creationId xmlns:a16="http://schemas.microsoft.com/office/drawing/2014/main" id="{EB4D2815-B553-E7E3-A420-642D631F8509}"/>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6" name="Date Placeholder 3">
            <a:extLst>
              <a:ext uri="{FF2B5EF4-FFF2-40B4-BE49-F238E27FC236}">
                <a16:creationId xmlns:a16="http://schemas.microsoft.com/office/drawing/2014/main" id="{D43C1B86-79CD-A2B3-901F-0E811E86BC4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7" name="Footer Placeholder 4">
            <a:extLst>
              <a:ext uri="{FF2B5EF4-FFF2-40B4-BE49-F238E27FC236}">
                <a16:creationId xmlns:a16="http://schemas.microsoft.com/office/drawing/2014/main" id="{01990695-EF78-6AB0-E960-0608F2EFCBD6}"/>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42322556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Bottom">
    <p:bg>
      <p:bgPr>
        <a:solidFill>
          <a:schemeClr val="bg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152386" y="3979538"/>
            <a:ext cx="11887228" cy="2275212"/>
            <a:chOff x="125766" y="134611"/>
            <a:chExt cx="3918888" cy="6192393"/>
          </a:xfrm>
        </p:grpSpPr>
        <p:sp>
          <p:nvSpPr>
            <p:cNvPr id="8" name="Rectangle 7"/>
            <p:cNvSpPr/>
            <p:nvPr userDrawn="1"/>
          </p:nvSpPr>
          <p:spPr>
            <a:xfrm>
              <a:off x="125766" y="134614"/>
              <a:ext cx="3918888" cy="6192390"/>
            </a:xfrm>
            <a:prstGeom prst="rect">
              <a:avLst/>
            </a:prstGeom>
            <a:solidFill>
              <a:srgbClr val="1F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0" name="Rectangle 19"/>
            <p:cNvSpPr/>
            <p:nvPr userDrawn="1"/>
          </p:nvSpPr>
          <p:spPr>
            <a:xfrm>
              <a:off x="125766" y="134611"/>
              <a:ext cx="3918888" cy="124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sp>
        <p:nvSpPr>
          <p:cNvPr id="3" name="Subtitle 2"/>
          <p:cNvSpPr>
            <a:spLocks noGrp="1"/>
          </p:cNvSpPr>
          <p:nvPr>
            <p:ph type="subTitle" idx="1" hasCustomPrompt="1"/>
          </p:nvPr>
        </p:nvSpPr>
        <p:spPr>
          <a:xfrm>
            <a:off x="741485" y="4229011"/>
            <a:ext cx="5229225" cy="1634339"/>
          </a:xfrm>
        </p:spPr>
        <p:txBody>
          <a:bodyPr>
            <a:normAutofit/>
          </a:bodyPr>
          <a:lstStyle>
            <a:lvl1pPr marL="0" indent="0" algn="l">
              <a:lnSpc>
                <a:spcPct val="150000"/>
              </a:lnSpc>
              <a:buNone/>
              <a:defRPr sz="1600" b="0" i="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Title 1"/>
          <p:cNvSpPr>
            <a:spLocks noGrp="1"/>
          </p:cNvSpPr>
          <p:nvPr>
            <p:ph type="ctrTitle" hasCustomPrompt="1"/>
          </p:nvPr>
        </p:nvSpPr>
        <p:spPr>
          <a:xfrm>
            <a:off x="6569891" y="811935"/>
            <a:ext cx="5229225" cy="1420849"/>
          </a:xfrm>
        </p:spPr>
        <p:txBody>
          <a:bodyPr anchor="b" anchorCtr="0">
            <a:noAutofit/>
          </a:bodyPr>
          <a:lstStyle>
            <a:lvl1pPr algn="l">
              <a:defRPr sz="2800" b="1">
                <a:solidFill>
                  <a:srgbClr val="1F5CA9"/>
                </a:solidFill>
                <a:latin typeface="K2D" panose="00000500000000000000" pitchFamily="2" charset="-34"/>
              </a:defRPr>
            </a:lvl1pPr>
          </a:lstStyle>
          <a:p>
            <a:r>
              <a:rPr lang="en-US"/>
              <a:t>Tiêu đề</a:t>
            </a:r>
            <a:endParaRPr lang="en-US" dirty="0"/>
          </a:p>
        </p:txBody>
      </p:sp>
      <p:sp>
        <p:nvSpPr>
          <p:cNvPr id="9" name="Picture Placeholder 8"/>
          <p:cNvSpPr>
            <a:spLocks noGrp="1"/>
          </p:cNvSpPr>
          <p:nvPr>
            <p:ph type="pic" sz="quarter" idx="12" hasCustomPrompt="1"/>
          </p:nvPr>
        </p:nvSpPr>
        <p:spPr>
          <a:xfrm>
            <a:off x="6720704" y="2860675"/>
            <a:ext cx="4927600" cy="2619375"/>
          </a:xfrm>
          <a:solidFill>
            <a:schemeClr val="bg1"/>
          </a:solidFill>
          <a:ln w="38100">
            <a:noFill/>
            <a:miter lim="800000"/>
          </a:ln>
        </p:spPr>
        <p:txBody>
          <a:bodyPr anchor="ctr" anchorCtr="0"/>
          <a:lstStyle>
            <a:lvl1pPr marL="0" indent="0" algn="ctr">
              <a:buNone/>
              <a:defRPr/>
            </a:lvl1pPr>
          </a:lstStyle>
          <a:p>
            <a:r>
              <a:rPr lang="en-US"/>
              <a:t>Chèn ảnh</a:t>
            </a:r>
          </a:p>
        </p:txBody>
      </p:sp>
      <p:sp>
        <p:nvSpPr>
          <p:cNvPr id="19" name="Rectangle 18"/>
          <p:cNvSpPr/>
          <p:nvPr userDrawn="1"/>
        </p:nvSpPr>
        <p:spPr>
          <a:xfrm>
            <a:off x="6720704" y="2772120"/>
            <a:ext cx="4928369" cy="88554"/>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1" name="Picture 20">
            <a:extLst>
              <a:ext uri="{FF2B5EF4-FFF2-40B4-BE49-F238E27FC236}">
                <a16:creationId xmlns:a16="http://schemas.microsoft.com/office/drawing/2014/main" id="{2CD997C6-547B-2702-8F85-89942F1AB17D}"/>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1183842" y="373388"/>
            <a:ext cx="3453753" cy="3402396"/>
          </a:xfrm>
          <a:prstGeom prst="rect">
            <a:avLst/>
          </a:prstGeom>
        </p:spPr>
      </p:pic>
      <p:pic>
        <p:nvPicPr>
          <p:cNvPr id="36" name="Picture 3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6200000">
            <a:off x="222467" y="3759764"/>
            <a:ext cx="457200" cy="457200"/>
          </a:xfrm>
          <a:prstGeom prst="rect">
            <a:avLst/>
          </a:prstGeom>
        </p:spPr>
      </p:pic>
      <p:pic>
        <p:nvPicPr>
          <p:cNvPr id="27" name="Picture 26"/>
          <p:cNvPicPr>
            <a:picLocks noChangeAspect="1"/>
          </p:cNvPicPr>
          <p:nvPr userDrawn="1"/>
        </p:nvPicPr>
        <p:blipFill>
          <a:blip r:embed="rId4"/>
          <a:stretch>
            <a:fillRect/>
          </a:stretch>
        </p:blipFill>
        <p:spPr>
          <a:xfrm>
            <a:off x="11987783" y="93587"/>
            <a:ext cx="107165" cy="107007"/>
          </a:xfrm>
          <a:prstGeom prst="rect">
            <a:avLst/>
          </a:prstGeom>
        </p:spPr>
      </p:pic>
      <p:sp>
        <p:nvSpPr>
          <p:cNvPr id="5" name="Slide Number Placeholder 5">
            <a:extLst>
              <a:ext uri="{FF2B5EF4-FFF2-40B4-BE49-F238E27FC236}">
                <a16:creationId xmlns:a16="http://schemas.microsoft.com/office/drawing/2014/main" id="{4AF876A1-6B11-6FF8-2D84-015F96056B19}"/>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6" name="Rectangle 5">
            <a:extLst>
              <a:ext uri="{FF2B5EF4-FFF2-40B4-BE49-F238E27FC236}">
                <a16:creationId xmlns:a16="http://schemas.microsoft.com/office/drawing/2014/main" id="{29CA6408-9D66-09C4-41AB-00CC1729D30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7" name="Rectangle 6">
            <a:extLst>
              <a:ext uri="{FF2B5EF4-FFF2-40B4-BE49-F238E27FC236}">
                <a16:creationId xmlns:a16="http://schemas.microsoft.com/office/drawing/2014/main" id="{1E0018DF-49AD-91F7-0DB0-C9BC1261979F}"/>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0" name="Slide Number Placeholder 5">
            <a:extLst>
              <a:ext uri="{FF2B5EF4-FFF2-40B4-BE49-F238E27FC236}">
                <a16:creationId xmlns:a16="http://schemas.microsoft.com/office/drawing/2014/main" id="{A0C13370-E7EC-678E-BD5A-DB77AAE1330C}"/>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1" name="Group 10">
            <a:extLst>
              <a:ext uri="{FF2B5EF4-FFF2-40B4-BE49-F238E27FC236}">
                <a16:creationId xmlns:a16="http://schemas.microsoft.com/office/drawing/2014/main" id="{84E15444-C65B-BCB2-0C08-2D44E08572BC}"/>
              </a:ext>
            </a:extLst>
          </p:cNvPr>
          <p:cNvGrpSpPr/>
          <p:nvPr userDrawn="1"/>
        </p:nvGrpSpPr>
        <p:grpSpPr>
          <a:xfrm>
            <a:off x="817685" y="6410864"/>
            <a:ext cx="2760487" cy="403790"/>
            <a:chOff x="741485" y="6410864"/>
            <a:chExt cx="2760487" cy="403790"/>
          </a:xfrm>
        </p:grpSpPr>
        <p:sp>
          <p:nvSpPr>
            <p:cNvPr id="12" name="TextBox 11">
              <a:extLst>
                <a:ext uri="{FF2B5EF4-FFF2-40B4-BE49-F238E27FC236}">
                  <a16:creationId xmlns:a16="http://schemas.microsoft.com/office/drawing/2014/main" id="{552101A3-77ED-E52F-5EB8-690B6987CDF4}"/>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97794B63-DFC9-1FBB-688F-B4BDE18353AD}"/>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4" name="TextBox 13">
            <a:extLst>
              <a:ext uri="{FF2B5EF4-FFF2-40B4-BE49-F238E27FC236}">
                <a16:creationId xmlns:a16="http://schemas.microsoft.com/office/drawing/2014/main" id="{3970B167-68C8-83AC-0439-E32E52CA290E}"/>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5" name="Picture 14">
            <a:extLst>
              <a:ext uri="{FF2B5EF4-FFF2-40B4-BE49-F238E27FC236}">
                <a16:creationId xmlns:a16="http://schemas.microsoft.com/office/drawing/2014/main" id="{D62CD55A-1C1C-F2FF-326E-E4EDF0960961}"/>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6" name="Date Placeholder 3">
            <a:extLst>
              <a:ext uri="{FF2B5EF4-FFF2-40B4-BE49-F238E27FC236}">
                <a16:creationId xmlns:a16="http://schemas.microsoft.com/office/drawing/2014/main" id="{2106D705-167D-4957-B052-389F58C3C7E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7" name="Footer Placeholder 4">
            <a:extLst>
              <a:ext uri="{FF2B5EF4-FFF2-40B4-BE49-F238E27FC236}">
                <a16:creationId xmlns:a16="http://schemas.microsoft.com/office/drawing/2014/main" id="{4B50CB5C-9421-8092-B746-31E9C2FB3146}"/>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823943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User Information">
    <p:bg>
      <p:bgPr>
        <a:solidFill>
          <a:schemeClr val="bg1"/>
        </a:solidFill>
        <a:effectLst/>
      </p:bgPr>
    </p:bg>
    <p:spTree>
      <p:nvGrpSpPr>
        <p:cNvPr id="1" name=""/>
        <p:cNvGrpSpPr/>
        <p:nvPr/>
      </p:nvGrpSpPr>
      <p:grpSpPr>
        <a:xfrm>
          <a:off x="0" y="0"/>
          <a:ext cx="0" cy="0"/>
          <a:chOff x="0" y="0"/>
          <a:chExt cx="0" cy="0"/>
        </a:xfrm>
      </p:grpSpPr>
      <p:sp>
        <p:nvSpPr>
          <p:cNvPr id="20" name="Rectangle 19"/>
          <p:cNvSpPr/>
          <p:nvPr userDrawn="1"/>
        </p:nvSpPr>
        <p:spPr>
          <a:xfrm>
            <a:off x="0" y="2580549"/>
            <a:ext cx="12192000" cy="107901"/>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3" name="Subtitle 2"/>
          <p:cNvSpPr>
            <a:spLocks noGrp="1"/>
          </p:cNvSpPr>
          <p:nvPr>
            <p:ph type="subTitle" idx="1" hasCustomPrompt="1"/>
          </p:nvPr>
        </p:nvSpPr>
        <p:spPr>
          <a:xfrm>
            <a:off x="3501972" y="3856819"/>
            <a:ext cx="7445428" cy="2304603"/>
          </a:xfrm>
        </p:spPr>
        <p:txBody>
          <a:bodyPr>
            <a:normAutofit/>
          </a:bodyPr>
          <a:lstStyle>
            <a:lvl1pPr marL="0" indent="0" algn="l">
              <a:lnSpc>
                <a:spcPct val="100000"/>
              </a:lnSpc>
              <a:buNone/>
              <a:defRPr sz="1600" b="0" i="0">
                <a:solidFill>
                  <a:srgbClr val="000000"/>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Các thông tin cá nhân có liên quan</a:t>
            </a:r>
            <a:endParaRPr lang="en-US" dirty="0"/>
          </a:p>
        </p:txBody>
      </p:sp>
      <p:sp>
        <p:nvSpPr>
          <p:cNvPr id="2" name="Title 1"/>
          <p:cNvSpPr>
            <a:spLocks noGrp="1"/>
          </p:cNvSpPr>
          <p:nvPr>
            <p:ph type="ctrTitle" hasCustomPrompt="1"/>
          </p:nvPr>
        </p:nvSpPr>
        <p:spPr>
          <a:xfrm>
            <a:off x="3503437" y="2747660"/>
            <a:ext cx="7443963" cy="904404"/>
          </a:xfrm>
        </p:spPr>
        <p:txBody>
          <a:bodyPr vert="horz" lIns="91440" tIns="45720" rIns="91440" bIns="45720" rtlCol="0" anchor="ctr">
            <a:normAutofit/>
          </a:bodyPr>
          <a:lstStyle>
            <a:lvl1pPr>
              <a:defRPr lang="en-US" sz="3200" b="1" baseline="0" dirty="0">
                <a:solidFill>
                  <a:srgbClr val="1F5CA9"/>
                </a:solidFill>
                <a:latin typeface="K2D" panose="00000500000000000000" pitchFamily="2" charset="-34"/>
                <a:ea typeface="+mn-ea"/>
                <a:cs typeface="+mn-cs"/>
              </a:defRPr>
            </a:lvl1pPr>
          </a:lstStyle>
          <a:p>
            <a:pPr lvl="0"/>
            <a:r>
              <a:rPr lang="en-US"/>
              <a:t>Nhấn vào để chỉnh sửa tên</a:t>
            </a:r>
            <a:endParaRPr lang="en-US" dirty="0"/>
          </a:p>
        </p:txBody>
      </p:sp>
      <p:sp>
        <p:nvSpPr>
          <p:cNvPr id="10" name="Picture Placeholder 9"/>
          <p:cNvSpPr>
            <a:spLocks noGrp="1"/>
          </p:cNvSpPr>
          <p:nvPr>
            <p:ph type="pic" sz="quarter" idx="13" hasCustomPrompt="1"/>
          </p:nvPr>
        </p:nvSpPr>
        <p:spPr>
          <a:xfrm>
            <a:off x="0" y="0"/>
            <a:ext cx="12192000" cy="2584938"/>
          </a:xfrm>
          <a:solidFill>
            <a:schemeClr val="bg1">
              <a:lumMod val="95000"/>
            </a:schemeClr>
          </a:solidFill>
        </p:spPr>
        <p:txBody>
          <a:bodyPr anchor="ctr" anchorCtr="0"/>
          <a:lstStyle>
            <a:lvl1pPr marL="0" indent="0" algn="ctr">
              <a:buNone/>
              <a:defRPr/>
            </a:lvl1pPr>
          </a:lstStyle>
          <a:p>
            <a:r>
              <a:rPr lang="en-US"/>
              <a:t>Ảnh bìa</a:t>
            </a:r>
          </a:p>
        </p:txBody>
      </p:sp>
      <p:sp>
        <p:nvSpPr>
          <p:cNvPr id="9" name="Picture Placeholder 8"/>
          <p:cNvSpPr>
            <a:spLocks noGrp="1"/>
          </p:cNvSpPr>
          <p:nvPr>
            <p:ph type="pic" sz="quarter" idx="12" hasCustomPrompt="1"/>
          </p:nvPr>
        </p:nvSpPr>
        <p:spPr>
          <a:xfrm>
            <a:off x="664144" y="1144291"/>
            <a:ext cx="2601302" cy="2606040"/>
          </a:xfrm>
          <a:prstGeom prst="ellipse">
            <a:avLst/>
          </a:prstGeom>
          <a:solidFill>
            <a:schemeClr val="bg1">
              <a:lumMod val="95000"/>
            </a:schemeClr>
          </a:solidFill>
          <a:ln w="38100">
            <a:solidFill>
              <a:schemeClr val="bg1"/>
            </a:solidFill>
            <a:miter lim="800000"/>
          </a:ln>
        </p:spPr>
        <p:txBody>
          <a:bodyPr anchor="ctr" anchorCtr="0"/>
          <a:lstStyle>
            <a:lvl1pPr marL="0" indent="0" algn="ctr">
              <a:buNone/>
              <a:defRPr/>
            </a:lvl1pPr>
          </a:lstStyle>
          <a:p>
            <a:r>
              <a:rPr lang="en-US"/>
              <a:t>Avatar</a:t>
            </a:r>
          </a:p>
        </p:txBody>
      </p:sp>
      <p:sp>
        <p:nvSpPr>
          <p:cNvPr id="19" name="Rectangle 18"/>
          <p:cNvSpPr/>
          <p:nvPr userDrawn="1"/>
        </p:nvSpPr>
        <p:spPr>
          <a:xfrm>
            <a:off x="3631224" y="3726827"/>
            <a:ext cx="1820007" cy="45719"/>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2" name="Picture Placeholder 11"/>
          <p:cNvSpPr>
            <a:spLocks noGrp="1"/>
          </p:cNvSpPr>
          <p:nvPr>
            <p:ph type="pic" sz="quarter" idx="14" hasCustomPrompt="1"/>
          </p:nvPr>
        </p:nvSpPr>
        <p:spPr>
          <a:xfrm>
            <a:off x="10348756" y="4679980"/>
            <a:ext cx="1574800" cy="1589422"/>
          </a:xfrm>
        </p:spPr>
        <p:txBody>
          <a:bodyPr anchor="ctr" anchorCtr="1"/>
          <a:lstStyle>
            <a:lvl1pPr marL="0" indent="0">
              <a:buNone/>
              <a:defRPr baseline="0">
                <a:latin typeface="K2D" panose="00000500000000000000" pitchFamily="2" charset="-34"/>
              </a:defRPr>
            </a:lvl1pPr>
          </a:lstStyle>
          <a:p>
            <a:r>
              <a:rPr lang="en-US"/>
              <a:t>Mã QR</a:t>
            </a:r>
          </a:p>
        </p:txBody>
      </p:sp>
      <p:pic>
        <p:nvPicPr>
          <p:cNvPr id="21" name="Picture 20">
            <a:extLst>
              <a:ext uri="{FF2B5EF4-FFF2-40B4-BE49-F238E27FC236}">
                <a16:creationId xmlns:a16="http://schemas.microsoft.com/office/drawing/2014/main" id="{A8399B61-C397-6E24-154B-55AEE91F31FA}"/>
              </a:ext>
            </a:extLst>
          </p:cNvPr>
          <p:cNvPicPr>
            <a:picLocks noChangeAspect="1"/>
          </p:cNvPicPr>
          <p:nvPr userDrawn="1"/>
        </p:nvPicPr>
        <p:blipFill>
          <a:blip r:embed="rId2" cstate="print">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839319" y="3749686"/>
            <a:ext cx="2513362" cy="2475989"/>
          </a:xfrm>
          <a:prstGeom prst="rect">
            <a:avLst/>
          </a:prstGeom>
        </p:spPr>
      </p:pic>
      <p:pic>
        <p:nvPicPr>
          <p:cNvPr id="35" name="Picture 3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209872" y="3047462"/>
            <a:ext cx="292100" cy="292100"/>
          </a:xfrm>
          <a:prstGeom prst="rect">
            <a:avLst/>
          </a:prstGeom>
        </p:spPr>
      </p:pic>
      <p:pic>
        <p:nvPicPr>
          <p:cNvPr id="26" name="Picture 25"/>
          <p:cNvPicPr>
            <a:picLocks noChangeAspect="1"/>
          </p:cNvPicPr>
          <p:nvPr userDrawn="1"/>
        </p:nvPicPr>
        <p:blipFill>
          <a:blip r:embed="rId4"/>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678885C0-D685-8BA1-0334-F39B9B68D717}"/>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036DF714-887C-B1B4-0544-F3318FB9360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245B2670-DCDB-9912-43A9-DB6F7732594F}"/>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10719D13-9667-D80B-8E63-2EAE238785EC}"/>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6D5820E4-D785-554F-4A26-439F94DC39CB}"/>
              </a:ext>
            </a:extLst>
          </p:cNvPr>
          <p:cNvGrpSpPr/>
          <p:nvPr userDrawn="1"/>
        </p:nvGrpSpPr>
        <p:grpSpPr>
          <a:xfrm>
            <a:off x="817685" y="6410864"/>
            <a:ext cx="2760487" cy="403790"/>
            <a:chOff x="741485" y="6410864"/>
            <a:chExt cx="2760487" cy="403790"/>
          </a:xfrm>
        </p:grpSpPr>
        <p:sp>
          <p:nvSpPr>
            <p:cNvPr id="11" name="TextBox 10">
              <a:extLst>
                <a:ext uri="{FF2B5EF4-FFF2-40B4-BE49-F238E27FC236}">
                  <a16:creationId xmlns:a16="http://schemas.microsoft.com/office/drawing/2014/main" id="{72173FE2-FAF0-8CC7-CB52-0A02CAB31B9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EAC9A41C-6FE6-99FD-63A0-4F13214472F2}"/>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4" name="TextBox 13">
            <a:extLst>
              <a:ext uri="{FF2B5EF4-FFF2-40B4-BE49-F238E27FC236}">
                <a16:creationId xmlns:a16="http://schemas.microsoft.com/office/drawing/2014/main" id="{AE355810-09A4-7711-CAE0-3B52F9B0F7A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5" name="Picture 14">
            <a:extLst>
              <a:ext uri="{FF2B5EF4-FFF2-40B4-BE49-F238E27FC236}">
                <a16:creationId xmlns:a16="http://schemas.microsoft.com/office/drawing/2014/main" id="{7CFD61F0-56D5-64BF-42C1-A40A09A1EC80}"/>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6" name="Date Placeholder 3">
            <a:extLst>
              <a:ext uri="{FF2B5EF4-FFF2-40B4-BE49-F238E27FC236}">
                <a16:creationId xmlns:a16="http://schemas.microsoft.com/office/drawing/2014/main" id="{DD9E8BE1-8359-B3EB-76B9-E21898BB1182}"/>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7" name="Footer Placeholder 4">
            <a:extLst>
              <a:ext uri="{FF2B5EF4-FFF2-40B4-BE49-F238E27FC236}">
                <a16:creationId xmlns:a16="http://schemas.microsoft.com/office/drawing/2014/main" id="{D8313AA7-7AE7-BBBB-D161-E7992A58C09F}"/>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6855047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9788" y="365125"/>
            <a:ext cx="10515600" cy="938865"/>
          </a:xfrm>
        </p:spPr>
        <p:txBody>
          <a:bodyPr vert="horz" lIns="91440" tIns="45720" rIns="91440" bIns="45720" rtlCol="0" anchor="ctr">
            <a:normAutofit/>
          </a:bodyPr>
          <a:lstStyle>
            <a:lvl1pPr>
              <a:defRPr lang="en-US" sz="3600" b="1" baseline="0" dirty="0">
                <a:solidFill>
                  <a:srgbClr val="1F5CA9"/>
                </a:solidFill>
                <a:latin typeface="K2D" panose="00000500000000000000" pitchFamily="2" charset="-34"/>
                <a:ea typeface="+mn-ea"/>
                <a:cs typeface="+mn-cs"/>
              </a:defRPr>
            </a:lvl1pPr>
          </a:lstStyle>
          <a:p>
            <a:pPr lvl="0"/>
            <a:r>
              <a:rPr lang="en-US"/>
              <a:t>Tiêu đề</a:t>
            </a:r>
            <a:endParaRPr lang="en-US" dirty="0"/>
          </a:p>
        </p:txBody>
      </p:sp>
      <p:sp>
        <p:nvSpPr>
          <p:cNvPr id="3" name="Text Placeholder 2"/>
          <p:cNvSpPr>
            <a:spLocks noGrp="1"/>
          </p:cNvSpPr>
          <p:nvPr>
            <p:ph type="body" idx="1" hasCustomPrompt="1"/>
          </p:nvPr>
        </p:nvSpPr>
        <p:spPr>
          <a:xfrm>
            <a:off x="839789" y="1919678"/>
            <a:ext cx="5046661" cy="823912"/>
          </a:xfrm>
        </p:spPr>
        <p:txBody>
          <a:bodyPr anchor="b">
            <a:normAutofit/>
          </a:bodyPr>
          <a:lstStyle>
            <a:lvl1pPr marL="0" indent="0">
              <a:buNone/>
              <a:defRPr lang="en-US" sz="2800" b="1" kern="1200" dirty="0" smtClean="0">
                <a:solidFill>
                  <a:srgbClr val="00AFEF"/>
                </a:solidFill>
                <a:latin typeface="K2D" panose="00000500000000000000" pitchFamily="2" charset="-34"/>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Tiêu đề phụ 1</a:t>
            </a:r>
            <a:endParaRPr lang="en-US" dirty="0"/>
          </a:p>
        </p:txBody>
      </p:sp>
      <p:sp>
        <p:nvSpPr>
          <p:cNvPr id="15" name="Content Placeholder 9"/>
          <p:cNvSpPr>
            <a:spLocks noGrp="1"/>
          </p:cNvSpPr>
          <p:nvPr>
            <p:ph sz="quarter" idx="12" hasCustomPrompt="1"/>
          </p:nvPr>
        </p:nvSpPr>
        <p:spPr>
          <a:xfrm>
            <a:off x="839788" y="3006726"/>
            <a:ext cx="5046662" cy="3109402"/>
          </a:xfrm>
        </p:spPr>
        <p:txBody>
          <a:bodyPr>
            <a:normAutofit/>
          </a:bodyPr>
          <a:lstStyle>
            <a:lvl1pPr marL="0" indent="0">
              <a:buNone/>
              <a:defRPr sz="2000" b="0" i="0">
                <a:latin typeface="Readex Pro" pitchFamily="2" charset="-78"/>
                <a:cs typeface="Readex Pro" pitchFamily="2" charset="-78"/>
              </a:defRPr>
            </a:lvl1pPr>
            <a:lvl2pPr marL="457200" indent="0">
              <a:buNone/>
              <a:defRPr sz="1800" b="0" i="0">
                <a:latin typeface="Readex Pro" pitchFamily="2" charset="-78"/>
                <a:cs typeface="Readex Pro" pitchFamily="2" charset="-78"/>
              </a:defRPr>
            </a:lvl2pPr>
            <a:lvl3pPr marL="914400" indent="0">
              <a:buNone/>
              <a:defRPr sz="1600" b="0" i="0">
                <a:latin typeface="Readex Pro" pitchFamily="2" charset="-78"/>
                <a:cs typeface="Readex Pro" pitchFamily="2" charset="-78"/>
              </a:defRPr>
            </a:lvl3pPr>
            <a:lvl4pPr marL="1371600" indent="0">
              <a:buNone/>
              <a:defRPr sz="1400" b="0" i="0">
                <a:latin typeface="Readex Pro" pitchFamily="2" charset="-78"/>
                <a:cs typeface="Readex Pro" pitchFamily="2" charset="-78"/>
              </a:defRPr>
            </a:lvl4pPr>
            <a:lvl5pPr marL="1828800" indent="0">
              <a:buNone/>
              <a:defRPr sz="1400" b="0" i="0">
                <a:latin typeface="Readex Pro" pitchFamily="2" charset="-78"/>
                <a:cs typeface="Readex Pro" pitchFamily="2" charset="-78"/>
              </a:defRPr>
            </a:lvl5pPr>
          </a:lstStyle>
          <a:p>
            <a:pPr lvl="0"/>
            <a:r>
              <a:rPr lang="en-US"/>
              <a:t>Nội dung</a:t>
            </a:r>
            <a:endParaRPr lang="en-US" dirty="0"/>
          </a:p>
        </p:txBody>
      </p:sp>
      <p:sp>
        <p:nvSpPr>
          <p:cNvPr id="22" name="Text Placeholder 2"/>
          <p:cNvSpPr>
            <a:spLocks noGrp="1"/>
          </p:cNvSpPr>
          <p:nvPr>
            <p:ph type="body" idx="13" hasCustomPrompt="1"/>
          </p:nvPr>
        </p:nvSpPr>
        <p:spPr>
          <a:xfrm>
            <a:off x="6308727" y="1919678"/>
            <a:ext cx="5046661" cy="823912"/>
          </a:xfrm>
        </p:spPr>
        <p:txBody>
          <a:bodyPr anchor="b">
            <a:normAutofit/>
          </a:bodyPr>
          <a:lstStyle>
            <a:lvl1pPr marL="0" indent="0">
              <a:buNone/>
              <a:defRPr lang="en-US" sz="2800" b="1" kern="1200" dirty="0" smtClean="0">
                <a:solidFill>
                  <a:srgbClr val="00AFEF"/>
                </a:solidFill>
                <a:latin typeface="K2D" panose="00000500000000000000" pitchFamily="2" charset="-34"/>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Tiêu đề phụ 2</a:t>
            </a:r>
            <a:endParaRPr lang="en-US" dirty="0"/>
          </a:p>
        </p:txBody>
      </p:sp>
      <p:sp>
        <p:nvSpPr>
          <p:cNvPr id="23" name="Content Placeholder 9"/>
          <p:cNvSpPr>
            <a:spLocks noGrp="1"/>
          </p:cNvSpPr>
          <p:nvPr>
            <p:ph sz="quarter" idx="14" hasCustomPrompt="1"/>
          </p:nvPr>
        </p:nvSpPr>
        <p:spPr>
          <a:xfrm>
            <a:off x="6308726" y="3006726"/>
            <a:ext cx="5046662" cy="3109402"/>
          </a:xfrm>
        </p:spPr>
        <p:txBody>
          <a:bodyPr>
            <a:normAutofit/>
          </a:bodyPr>
          <a:lstStyle>
            <a:lvl1pPr marL="0" indent="0">
              <a:buNone/>
              <a:defRPr sz="2000" b="0" i="0">
                <a:latin typeface="Readex Pro" pitchFamily="2" charset="-78"/>
                <a:cs typeface="Readex Pro" pitchFamily="2" charset="-78"/>
              </a:defRPr>
            </a:lvl1pPr>
            <a:lvl2pPr marL="457200" indent="0">
              <a:buNone/>
              <a:defRPr sz="1800" b="0" i="0">
                <a:latin typeface="Readex Pro" pitchFamily="2" charset="-78"/>
                <a:cs typeface="Readex Pro" pitchFamily="2" charset="-78"/>
              </a:defRPr>
            </a:lvl2pPr>
            <a:lvl3pPr marL="914400" indent="0">
              <a:buNone/>
              <a:defRPr sz="1600" b="0" i="0">
                <a:latin typeface="Readex Pro" pitchFamily="2" charset="-78"/>
                <a:cs typeface="Readex Pro" pitchFamily="2" charset="-78"/>
              </a:defRPr>
            </a:lvl3pPr>
            <a:lvl4pPr marL="1371600" indent="0">
              <a:buNone/>
              <a:defRPr sz="1400" b="0" i="0">
                <a:latin typeface="Readex Pro" pitchFamily="2" charset="-78"/>
                <a:cs typeface="Readex Pro" pitchFamily="2" charset="-78"/>
              </a:defRPr>
            </a:lvl4pPr>
            <a:lvl5pPr marL="1828800" indent="0">
              <a:buNone/>
              <a:defRPr sz="1400" b="0" i="0">
                <a:latin typeface="Readex Pro" pitchFamily="2" charset="-78"/>
                <a:cs typeface="Readex Pro" pitchFamily="2" charset="-78"/>
              </a:defRPr>
            </a:lvl5pPr>
          </a:lstStyle>
          <a:p>
            <a:pPr lvl="0"/>
            <a:r>
              <a:rPr lang="en-US"/>
              <a:t>Nội dung</a:t>
            </a:r>
            <a:endParaRPr lang="en-US" dirty="0"/>
          </a:p>
        </p:txBody>
      </p:sp>
      <p:pic>
        <p:nvPicPr>
          <p:cNvPr id="32" name="Picture 3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656" y="688507"/>
            <a:ext cx="292100" cy="292100"/>
          </a:xfrm>
          <a:prstGeom prst="rect">
            <a:avLst/>
          </a:prstGeom>
        </p:spPr>
      </p:pic>
      <p:pic>
        <p:nvPicPr>
          <p:cNvPr id="25" name="Picture 24"/>
          <p:cNvPicPr>
            <a:picLocks noChangeAspect="1"/>
          </p:cNvPicPr>
          <p:nvPr userDrawn="1"/>
        </p:nvPicPr>
        <p:blipFill>
          <a:blip r:embed="rId3"/>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6A9BD5AE-860A-11DA-EDCF-22268C7C9A86}"/>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03650682-E7A5-4FC0-F3BE-BB9A232438AB}"/>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B29D63CC-5B2D-403A-2D8D-77E5D2B61085}"/>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DE5D36C9-D247-9D20-3BF2-F3349DFE29EF}"/>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B63E65D7-4824-ED09-532B-9FC7698CEF88}"/>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D6AB20A-6E3F-4D3A-66A0-FB26AD4A104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54847801-603B-FBC5-F985-AE9459E3CD4E}"/>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C8F14B01-E23B-BFC7-B317-7E21D60D518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4B56432E-6829-4DE3-60A2-6B8BBDC6B4B4}"/>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187C7D7A-D6B4-F348-B4E4-CA33AB53AD58}"/>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4" name="Footer Placeholder 4">
            <a:extLst>
              <a:ext uri="{FF2B5EF4-FFF2-40B4-BE49-F238E27FC236}">
                <a16:creationId xmlns:a16="http://schemas.microsoft.com/office/drawing/2014/main" id="{19648BD2-EBDF-9F5F-296A-DFCA3F0BF82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6694615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allery">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a:xfrm>
            <a:off x="741487" y="465301"/>
            <a:ext cx="3657600" cy="2743200"/>
          </a:xfrm>
          <a:ln w="57150">
            <a:solidFill>
              <a:schemeClr val="bg1">
                <a:lumMod val="95000"/>
              </a:schemeClr>
            </a:solidFill>
            <a:miter lim="800000"/>
          </a:ln>
        </p:spPr>
        <p:txBody>
          <a:bodyPr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400" b="0" i="0" kern="1200" baseline="0" dirty="0">
                <a:solidFill>
                  <a:schemeClr val="tx1"/>
                </a:solidFill>
                <a:latin typeface="Readex Pro" pitchFamily="2" charset="-78"/>
                <a:ea typeface="+mn-ea"/>
                <a:cs typeface="Readex Pro" pitchFamily="2" charset="-78"/>
              </a:defRPr>
            </a:lvl1pPr>
          </a:lstStyle>
          <a:p>
            <a:r>
              <a:rPr lang="en-US"/>
              <a:t>Chèn ảnh</a:t>
            </a:r>
            <a:endParaRPr lang="en-US" dirty="0"/>
          </a:p>
        </p:txBody>
      </p:sp>
      <p:sp>
        <p:nvSpPr>
          <p:cNvPr id="17" name="Picture Placeholder 4"/>
          <p:cNvSpPr>
            <a:spLocks noGrp="1"/>
          </p:cNvSpPr>
          <p:nvPr>
            <p:ph type="pic" sz="quarter" idx="12" hasCustomPrompt="1"/>
          </p:nvPr>
        </p:nvSpPr>
        <p:spPr>
          <a:xfrm>
            <a:off x="4678998" y="465301"/>
            <a:ext cx="3571623"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sp>
        <p:nvSpPr>
          <p:cNvPr id="18" name="Picture Placeholder 5"/>
          <p:cNvSpPr>
            <a:spLocks noGrp="1"/>
          </p:cNvSpPr>
          <p:nvPr>
            <p:ph type="pic" sz="quarter" idx="15" hasCustomPrompt="1"/>
          </p:nvPr>
        </p:nvSpPr>
        <p:spPr>
          <a:xfrm>
            <a:off x="8530533" y="474155"/>
            <a:ext cx="2743200"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sp>
        <p:nvSpPr>
          <p:cNvPr id="20" name="Picture Placeholder 7"/>
          <p:cNvSpPr>
            <a:spLocks noGrp="1"/>
          </p:cNvSpPr>
          <p:nvPr>
            <p:ph type="pic" sz="quarter" idx="14" hasCustomPrompt="1"/>
          </p:nvPr>
        </p:nvSpPr>
        <p:spPr>
          <a:xfrm>
            <a:off x="7484734" y="3450874"/>
            <a:ext cx="3788999"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sp>
        <p:nvSpPr>
          <p:cNvPr id="21" name="Picture Placeholder 8"/>
          <p:cNvSpPr>
            <a:spLocks noGrp="1"/>
          </p:cNvSpPr>
          <p:nvPr>
            <p:ph type="pic" sz="quarter" idx="16" hasCustomPrompt="1"/>
          </p:nvPr>
        </p:nvSpPr>
        <p:spPr>
          <a:xfrm>
            <a:off x="741485" y="3450874"/>
            <a:ext cx="6477000"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pic>
        <p:nvPicPr>
          <p:cNvPr id="19" name="Picture 18"/>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331D2F5E-B4B4-4F13-5B40-6B34D4077BF7}"/>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DE28C786-22D7-B802-E1CD-F76CACF14CCC}"/>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2747DAB2-9527-687A-8677-8F0D90CD7841}"/>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00F80466-9EFF-A73A-B6DE-D269BCE066A2}"/>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A43337E1-C74F-3AB9-3062-C33D866163BD}"/>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7812D348-DF45-A829-E72D-196DEC172D7E}"/>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DA8F8196-C024-0B7C-46F7-739B24E5DBF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FA860906-4DB7-35A0-12A0-880FE34D0611}"/>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FAD6CDF9-3E97-FB61-7CE7-3D09FA86D7A3}"/>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6218C02C-39DB-9A5F-95CB-0C3CAB08327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3" name="Footer Placeholder 4">
            <a:extLst>
              <a:ext uri="{FF2B5EF4-FFF2-40B4-BE49-F238E27FC236}">
                <a16:creationId xmlns:a16="http://schemas.microsoft.com/office/drawing/2014/main" id="{14506B3F-1DF2-A2B1-B917-52BD9BA9F29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5569761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cxnSp>
        <p:nvCxnSpPr>
          <p:cNvPr id="17" name="Straight Connector 16"/>
          <p:cNvCxnSpPr/>
          <p:nvPr userDrawn="1"/>
        </p:nvCxnSpPr>
        <p:spPr>
          <a:xfrm>
            <a:off x="6096000" y="1162050"/>
            <a:ext cx="0" cy="4753154"/>
          </a:xfrm>
          <a:prstGeom prst="line">
            <a:avLst/>
          </a:prstGeom>
          <a:ln w="57150" cap="rnd">
            <a:solidFill>
              <a:srgbClr val="00AFEF">
                <a:alpha val="25000"/>
              </a:srgbClr>
            </a:solidFill>
            <a:prstDash val="sysDot"/>
          </a:ln>
        </p:spPr>
        <p:style>
          <a:lnRef idx="1">
            <a:schemeClr val="accent1"/>
          </a:lnRef>
          <a:fillRef idx="0">
            <a:schemeClr val="accent1"/>
          </a:fillRef>
          <a:effectRef idx="0">
            <a:schemeClr val="accent1"/>
          </a:effectRef>
          <a:fontRef idx="minor">
            <a:schemeClr val="tx1"/>
          </a:fontRef>
        </p:style>
      </p:cxnSp>
      <p:sp>
        <p:nvSpPr>
          <p:cNvPr id="18" name="Picture Placeholder 4"/>
          <p:cNvSpPr>
            <a:spLocks noGrp="1"/>
          </p:cNvSpPr>
          <p:nvPr>
            <p:ph type="pic" sz="quarter" idx="13" hasCustomPrompt="1"/>
          </p:nvPr>
        </p:nvSpPr>
        <p:spPr>
          <a:xfrm>
            <a:off x="897765" y="1162050"/>
            <a:ext cx="4697377" cy="1949450"/>
          </a:xfrm>
        </p:spPr>
        <p:txBody>
          <a:bodyPr anchor="ctr" anchorCtr="0">
            <a:normAutofit/>
          </a:bodyPr>
          <a:lstStyle>
            <a:lvl1pPr marL="0" indent="0" algn="ctr">
              <a:buNone/>
              <a:defRPr lang="en-US" sz="2000" kern="1200" baseline="0" dirty="0">
                <a:solidFill>
                  <a:schemeClr val="tx1"/>
                </a:solidFill>
                <a:latin typeface="Readex Pro" pitchFamily="2" charset="-78"/>
                <a:ea typeface="+mn-ea"/>
                <a:cs typeface="Readex Pro" pitchFamily="2" charset="-78"/>
              </a:defRPr>
            </a:lvl1pPr>
          </a:lstStyle>
          <a:p>
            <a:r>
              <a:rPr lang="en-US"/>
              <a:t>Chèn ảnh</a:t>
            </a:r>
          </a:p>
        </p:txBody>
      </p:sp>
      <p:sp>
        <p:nvSpPr>
          <p:cNvPr id="19" name="Picture Placeholder 4"/>
          <p:cNvSpPr>
            <a:spLocks noGrp="1"/>
          </p:cNvSpPr>
          <p:nvPr>
            <p:ph type="pic" sz="quarter" idx="14" hasCustomPrompt="1"/>
          </p:nvPr>
        </p:nvSpPr>
        <p:spPr>
          <a:xfrm>
            <a:off x="6597297" y="1162050"/>
            <a:ext cx="4697377" cy="1949450"/>
          </a:xfrm>
        </p:spPr>
        <p:txBody>
          <a:bodyPr anchor="ctr" anchorCtr="0">
            <a:normAutofit/>
          </a:bodyPr>
          <a:lstStyle>
            <a:lvl1pPr marL="0" indent="0" algn="ctr">
              <a:buNone/>
              <a:defRPr lang="en-US" sz="2000" kern="1200" baseline="0">
                <a:solidFill>
                  <a:schemeClr val="tx1"/>
                </a:solidFill>
                <a:latin typeface="Readex Pro" pitchFamily="2" charset="-78"/>
                <a:ea typeface="+mn-ea"/>
                <a:cs typeface="Readex Pro" pitchFamily="2" charset="-78"/>
              </a:defRPr>
            </a:lvl1pPr>
          </a:lstStyle>
          <a:p>
            <a:r>
              <a:rPr lang="en-US"/>
              <a:t>Chèn ảnh</a:t>
            </a:r>
          </a:p>
        </p:txBody>
      </p:sp>
      <p:sp>
        <p:nvSpPr>
          <p:cNvPr id="22" name="Text Placeholder 20"/>
          <p:cNvSpPr>
            <a:spLocks noGrp="1"/>
          </p:cNvSpPr>
          <p:nvPr>
            <p:ph type="body" sz="quarter" idx="16" hasCustomPrompt="1"/>
          </p:nvPr>
        </p:nvSpPr>
        <p:spPr>
          <a:xfrm>
            <a:off x="898361" y="3302000"/>
            <a:ext cx="469574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3" name="Text Placeholder 20"/>
          <p:cNvSpPr>
            <a:spLocks noGrp="1"/>
          </p:cNvSpPr>
          <p:nvPr>
            <p:ph type="body" sz="quarter" idx="17" hasCustomPrompt="1"/>
          </p:nvPr>
        </p:nvSpPr>
        <p:spPr>
          <a:xfrm>
            <a:off x="6597892" y="3302000"/>
            <a:ext cx="469574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5" name="Rectangle 24"/>
          <p:cNvSpPr/>
          <p:nvPr userDrawn="1"/>
        </p:nvSpPr>
        <p:spPr>
          <a:xfrm flipH="1" flipV="1">
            <a:off x="898257" y="3126125"/>
            <a:ext cx="4692825"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6" name="Rectangle 25"/>
          <p:cNvSpPr/>
          <p:nvPr userDrawn="1"/>
        </p:nvSpPr>
        <p:spPr>
          <a:xfrm flipH="1" flipV="1">
            <a:off x="6597788" y="3126125"/>
            <a:ext cx="4692825"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0" name="Picture 19"/>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027B2114-05AD-5B46-042A-74C2E1E114D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5412D61D-E589-A35B-EEF9-9C42ABC10525}"/>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68A589A6-0D91-BA6C-6308-33240D74B749}"/>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9A0B255F-3EA0-6316-1814-EA69B3A1C949}"/>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999C3888-223C-A47F-802D-E01AE0261584}"/>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7AAFDAA6-E7FA-2A32-DFA6-F90442ED860C}"/>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94DC1B11-CA57-3325-DD06-C67EE58D7FC7}"/>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F8C3C485-7E6C-D1B8-B245-95DB0F954A97}"/>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A4B1F8E9-DA5B-DA41-D6FB-62DFDED23A37}"/>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81B773FC-C6DB-8895-F8FB-AC357B5F1FE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2" name="Footer Placeholder 4">
            <a:extLst>
              <a:ext uri="{FF2B5EF4-FFF2-40B4-BE49-F238E27FC236}">
                <a16:creationId xmlns:a16="http://schemas.microsoft.com/office/drawing/2014/main" id="{8ED3E9AD-AE54-8D77-117E-98F95DCE650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5023422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5" name="Picture Placeholder 4"/>
          <p:cNvSpPr>
            <a:spLocks noGrp="1"/>
          </p:cNvSpPr>
          <p:nvPr>
            <p:ph type="pic" sz="quarter" idx="12" hasCustomPrompt="1"/>
          </p:nvPr>
        </p:nvSpPr>
        <p:spPr>
          <a:xfrm>
            <a:off x="329375" y="1162050"/>
            <a:ext cx="3368256" cy="1949450"/>
          </a:xfrm>
        </p:spPr>
        <p:txBody>
          <a:bodyPr anchor="ctr" anchorCtr="0">
            <a:normAutofit/>
          </a:bodyPr>
          <a:lstStyle>
            <a:lvl1pPr marL="0" indent="0" algn="ctr">
              <a:buNone/>
              <a:defRPr sz="2000" baseline="0">
                <a:latin typeface="Readex Pro" pitchFamily="2" charset="-78"/>
                <a:cs typeface="Readex Pro" pitchFamily="2" charset="-78"/>
              </a:defRPr>
            </a:lvl1pPr>
          </a:lstStyle>
          <a:p>
            <a:r>
              <a:rPr lang="en-US"/>
              <a:t>Chèn ảnh</a:t>
            </a:r>
          </a:p>
        </p:txBody>
      </p:sp>
      <p:cxnSp>
        <p:nvCxnSpPr>
          <p:cNvPr id="7" name="Straight Connector 6"/>
          <p:cNvCxnSpPr/>
          <p:nvPr userDrawn="1"/>
        </p:nvCxnSpPr>
        <p:spPr>
          <a:xfrm>
            <a:off x="4038600" y="1162050"/>
            <a:ext cx="0" cy="4753154"/>
          </a:xfrm>
          <a:prstGeom prst="line">
            <a:avLst/>
          </a:prstGeom>
          <a:ln w="57150" cap="rnd">
            <a:solidFill>
              <a:srgbClr val="00AFEF">
                <a:alpha val="25000"/>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8086459" y="1162050"/>
            <a:ext cx="0" cy="4753154"/>
          </a:xfrm>
          <a:prstGeom prst="line">
            <a:avLst/>
          </a:prstGeom>
          <a:ln w="57150" cap="rnd">
            <a:solidFill>
              <a:srgbClr val="00AFEF">
                <a:alpha val="25000"/>
              </a:srgbClr>
            </a:solidFill>
            <a:prstDash val="sysDot"/>
          </a:ln>
        </p:spPr>
        <p:style>
          <a:lnRef idx="1">
            <a:schemeClr val="accent1"/>
          </a:lnRef>
          <a:fillRef idx="0">
            <a:schemeClr val="accent1"/>
          </a:fillRef>
          <a:effectRef idx="0">
            <a:schemeClr val="accent1"/>
          </a:effectRef>
          <a:fontRef idx="minor">
            <a:schemeClr val="tx1"/>
          </a:fontRef>
        </p:style>
      </p:cxnSp>
      <p:sp>
        <p:nvSpPr>
          <p:cNvPr id="18" name="Picture Placeholder 4"/>
          <p:cNvSpPr>
            <a:spLocks noGrp="1"/>
          </p:cNvSpPr>
          <p:nvPr>
            <p:ph type="pic" sz="quarter" idx="13" hasCustomPrompt="1"/>
          </p:nvPr>
        </p:nvSpPr>
        <p:spPr>
          <a:xfrm>
            <a:off x="4378402" y="1162050"/>
            <a:ext cx="3368256" cy="1949450"/>
          </a:xfrm>
        </p:spPr>
        <p:txBody>
          <a:bodyPr anchor="ctr" anchorCtr="0">
            <a:normAutofit/>
          </a:bodyPr>
          <a:lstStyle>
            <a:lvl1pPr marL="0" indent="0" algn="ctr">
              <a:buNone/>
              <a:defRPr lang="en-US" sz="2000" kern="1200" baseline="0" dirty="0">
                <a:solidFill>
                  <a:schemeClr val="tx1"/>
                </a:solidFill>
                <a:latin typeface="Readex Pro" pitchFamily="2" charset="-78"/>
                <a:ea typeface="+mn-ea"/>
                <a:cs typeface="Readex Pro" pitchFamily="2" charset="-78"/>
              </a:defRPr>
            </a:lvl1pPr>
          </a:lstStyle>
          <a:p>
            <a:r>
              <a:rPr lang="en-US"/>
              <a:t>Chèn ảnh</a:t>
            </a:r>
          </a:p>
        </p:txBody>
      </p:sp>
      <p:sp>
        <p:nvSpPr>
          <p:cNvPr id="19" name="Picture Placeholder 4"/>
          <p:cNvSpPr>
            <a:spLocks noGrp="1"/>
          </p:cNvSpPr>
          <p:nvPr>
            <p:ph type="pic" sz="quarter" idx="14" hasCustomPrompt="1"/>
          </p:nvPr>
        </p:nvSpPr>
        <p:spPr>
          <a:xfrm>
            <a:off x="8426261" y="1162050"/>
            <a:ext cx="3368256" cy="1949450"/>
          </a:xfrm>
        </p:spPr>
        <p:txBody>
          <a:bodyPr anchor="ctr" anchorCtr="0">
            <a:normAutofit/>
          </a:bodyPr>
          <a:lstStyle>
            <a:lvl1pPr marL="0" indent="0" algn="ctr">
              <a:buNone/>
              <a:defRPr lang="en-US" sz="2000" kern="1200" baseline="0">
                <a:solidFill>
                  <a:schemeClr val="tx1"/>
                </a:solidFill>
                <a:latin typeface="Readex Pro" pitchFamily="2" charset="-78"/>
                <a:ea typeface="+mn-ea"/>
                <a:cs typeface="Readex Pro" pitchFamily="2" charset="-78"/>
              </a:defRPr>
            </a:lvl1pPr>
          </a:lstStyle>
          <a:p>
            <a:r>
              <a:rPr lang="en-US"/>
              <a:t>Chèn ảnh</a:t>
            </a:r>
          </a:p>
        </p:txBody>
      </p:sp>
      <p:sp>
        <p:nvSpPr>
          <p:cNvPr id="21" name="Text Placeholder 20"/>
          <p:cNvSpPr>
            <a:spLocks noGrp="1"/>
          </p:cNvSpPr>
          <p:nvPr>
            <p:ph type="body" sz="quarter" idx="15" hasCustomPrompt="1"/>
          </p:nvPr>
        </p:nvSpPr>
        <p:spPr>
          <a:xfrm>
            <a:off x="329912" y="3302000"/>
            <a:ext cx="3367088" cy="2613025"/>
          </a:xfrm>
        </p:spPr>
        <p:txBody>
          <a:bodyPr>
            <a:normAutofit/>
          </a:bodyPr>
          <a:lstStyle>
            <a:lvl1pPr marL="0" indent="0">
              <a:lnSpc>
                <a:spcPct val="100000"/>
              </a:lnSpc>
              <a:buNone/>
              <a:defRPr sz="1800">
                <a:latin typeface="Readex Pro" pitchFamily="2" charset="-78"/>
                <a:cs typeface="Readex Pro" pitchFamily="2" charset="-78"/>
              </a:defRPr>
            </a:lvl1pPr>
            <a:lvl2pPr marL="457200" indent="0">
              <a:lnSpc>
                <a:spcPct val="100000"/>
              </a:lnSpc>
              <a:buNone/>
              <a:defRPr sz="1600">
                <a:latin typeface="Readex Pro" pitchFamily="2" charset="-78"/>
                <a:cs typeface="Readex Pro" pitchFamily="2" charset="-78"/>
              </a:defRPr>
            </a:lvl2pPr>
            <a:lvl3pPr marL="914400" indent="0">
              <a:lnSpc>
                <a:spcPct val="100000"/>
              </a:lnSpc>
              <a:buNone/>
              <a:defRPr sz="1400">
                <a:latin typeface="Readex Pro" pitchFamily="2" charset="-78"/>
                <a:cs typeface="Readex Pro" pitchFamily="2" charset="-78"/>
              </a:defRPr>
            </a:lvl3pPr>
            <a:lvl4pPr marL="1371600" indent="0">
              <a:lnSpc>
                <a:spcPct val="100000"/>
              </a:lnSpc>
              <a:buNone/>
              <a:defRPr sz="1200">
                <a:latin typeface="Readex Pro" pitchFamily="2" charset="-78"/>
                <a:cs typeface="Readex Pro" pitchFamily="2" charset="-78"/>
              </a:defRPr>
            </a:lvl4pPr>
            <a:lvl5pPr marL="1828800" indent="0">
              <a:lnSpc>
                <a:spcPct val="100000"/>
              </a:lnSpc>
              <a:buNone/>
              <a:defRPr sz="1200">
                <a:latin typeface="Readex Pro" pitchFamily="2" charset="-78"/>
                <a:cs typeface="Readex Pro" pitchFamily="2" charset="-78"/>
              </a:defRPr>
            </a:lvl5pPr>
          </a:lstStyle>
          <a:p>
            <a:pPr lvl="0"/>
            <a:r>
              <a:rPr lang="en-US"/>
              <a:t>Nội dung</a:t>
            </a:r>
            <a:endParaRPr lang="en-US" dirty="0"/>
          </a:p>
        </p:txBody>
      </p:sp>
      <p:sp>
        <p:nvSpPr>
          <p:cNvPr id="22" name="Text Placeholder 20"/>
          <p:cNvSpPr>
            <a:spLocks noGrp="1"/>
          </p:cNvSpPr>
          <p:nvPr>
            <p:ph type="body" sz="quarter" idx="16" hasCustomPrompt="1"/>
          </p:nvPr>
        </p:nvSpPr>
        <p:spPr>
          <a:xfrm>
            <a:off x="4378402" y="3302000"/>
            <a:ext cx="336708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3" name="Text Placeholder 20"/>
          <p:cNvSpPr>
            <a:spLocks noGrp="1"/>
          </p:cNvSpPr>
          <p:nvPr>
            <p:ph type="body" sz="quarter" idx="17" hasCustomPrompt="1"/>
          </p:nvPr>
        </p:nvSpPr>
        <p:spPr>
          <a:xfrm>
            <a:off x="8426260" y="3302000"/>
            <a:ext cx="336708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4" name="Rectangle 23"/>
          <p:cNvSpPr/>
          <p:nvPr userDrawn="1"/>
        </p:nvSpPr>
        <p:spPr>
          <a:xfrm flipH="1" flipV="1">
            <a:off x="329374" y="3126125"/>
            <a:ext cx="3364992"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5" name="Rectangle 24"/>
          <p:cNvSpPr/>
          <p:nvPr userDrawn="1"/>
        </p:nvSpPr>
        <p:spPr>
          <a:xfrm flipH="1" flipV="1">
            <a:off x="4377232" y="3126125"/>
            <a:ext cx="3364992"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6" name="Rectangle 25"/>
          <p:cNvSpPr/>
          <p:nvPr userDrawn="1"/>
        </p:nvSpPr>
        <p:spPr>
          <a:xfrm flipH="1" flipV="1">
            <a:off x="8425090" y="3126125"/>
            <a:ext cx="3364992"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7" name="Picture 26"/>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0A85175A-A5CA-FDCD-9D1E-D1E3A5C08616}"/>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6572AE3C-B845-C37F-3FA3-517EBBCCD801}"/>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373C2B34-BC37-24CD-CCCC-86C84255F60D}"/>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4F3A51EC-EB1C-A2F5-191D-39EC3871D7F2}"/>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3D16B55C-8A59-6B1B-682C-62AA2B73A476}"/>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4FC2AAA9-0C7E-3269-988C-8B585C6196AD}"/>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692758D9-75FB-A297-C9B0-0046880A091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1A0FD0A9-AA5C-7D0D-4E1D-5CCB189D948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7C2D20B6-C339-D112-86D5-A51948B07F5D}"/>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6D1D37C2-EC33-4641-5CD8-DBFCCC5A5A3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4" name="Footer Placeholder 4">
            <a:extLst>
              <a:ext uri="{FF2B5EF4-FFF2-40B4-BE49-F238E27FC236}">
                <a16:creationId xmlns:a16="http://schemas.microsoft.com/office/drawing/2014/main" id="{6F9D2D5D-F42C-AD89-38B2-8E5862B86D7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7999908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13" name="Content Placeholder 9"/>
          <p:cNvSpPr>
            <a:spLocks noGrp="1"/>
          </p:cNvSpPr>
          <p:nvPr>
            <p:ph sz="quarter" idx="12" hasCustomPrompt="1"/>
          </p:nvPr>
        </p:nvSpPr>
        <p:spPr>
          <a:xfrm rot="5400000">
            <a:off x="4113213" y="-1449386"/>
            <a:ext cx="3965573" cy="10515600"/>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sp>
        <p:nvSpPr>
          <p:cNvPr id="17" name="Title 1"/>
          <p:cNvSpPr>
            <a:spLocks noGrp="1"/>
          </p:cNvSpPr>
          <p:nvPr>
            <p:ph type="title" hasCustomPrompt="1"/>
          </p:nvPr>
        </p:nvSpPr>
        <p:spPr>
          <a:xfrm>
            <a:off x="839788" y="365125"/>
            <a:ext cx="10515600" cy="938865"/>
          </a:xfrm>
        </p:spPr>
        <p:txBody>
          <a:bodyPr vert="horz" lIns="91440" tIns="45720" rIns="91440" bIns="45720" rtlCol="0" anchor="ctr">
            <a:normAutofit/>
          </a:bodyPr>
          <a:lstStyle>
            <a:lvl1pPr>
              <a:defRPr lang="en-US" sz="3200" b="1" baseline="0" dirty="0">
                <a:solidFill>
                  <a:srgbClr val="1F5CA9"/>
                </a:solidFill>
                <a:latin typeface="K2D" panose="00000500000000000000" pitchFamily="2" charset="-34"/>
                <a:ea typeface="+mn-ea"/>
                <a:cs typeface="+mn-cs"/>
              </a:defRPr>
            </a:lvl1pPr>
          </a:lstStyle>
          <a:p>
            <a:pPr lvl="0"/>
            <a:r>
              <a:rPr lang="en-US"/>
              <a:t>Tiêu đề</a:t>
            </a:r>
            <a:endParaRPr lang="en-US" dirty="0"/>
          </a:p>
        </p:txBody>
      </p:sp>
      <p:pic>
        <p:nvPicPr>
          <p:cNvPr id="31" name="Picture 3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656" y="688507"/>
            <a:ext cx="292100" cy="292100"/>
          </a:xfrm>
          <a:prstGeom prst="rect">
            <a:avLst/>
          </a:prstGeom>
        </p:spPr>
      </p:pic>
      <p:pic>
        <p:nvPicPr>
          <p:cNvPr id="21" name="Picture 20"/>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3043EC71-5B9E-C0BC-1876-C8F7F39BC547}"/>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EE4374B3-12AF-4FD8-DEB7-27010168D059}"/>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A8BA7498-F3BC-86B3-1A69-799334B6D0C9}"/>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1DC85D92-154D-811A-7CED-746E05BC9938}"/>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31FF18A3-B64B-560A-0E4C-FAE23671DD1B}"/>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30087580-3DBD-8257-F1D1-7914462F84CA}"/>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23924CB2-D38F-D098-BA0D-F7AF3FD0DAE6}"/>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11944464-246D-1746-8383-CA6C986DD6C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936B468E-C03F-EA5D-3562-3CF0D836AD6F}"/>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EDB08078-B43B-9900-A614-EDD1B700D365}"/>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2" name="Footer Placeholder 4">
            <a:extLst>
              <a:ext uri="{FF2B5EF4-FFF2-40B4-BE49-F238E27FC236}">
                <a16:creationId xmlns:a16="http://schemas.microsoft.com/office/drawing/2014/main" id="{853B98CF-4D09-7334-F10E-AC294939893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8065154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724900" y="365125"/>
            <a:ext cx="2628900" cy="5811838"/>
          </a:xfrm>
        </p:spPr>
        <p:txBody>
          <a:bodyPr vert="eaVert"/>
          <a:lstStyle>
            <a:lvl1pPr>
              <a:defRPr lang="en-US" sz="3200" b="1" kern="1200" smtClean="0">
                <a:solidFill>
                  <a:srgbClr val="1F5CA9"/>
                </a:solidFill>
                <a:latin typeface="K2D" panose="00000500000000000000" pitchFamily="2" charset="-34"/>
                <a:ea typeface="+mn-ea"/>
                <a:cs typeface="+mn-cs"/>
              </a:defRPr>
            </a:lvl1pPr>
          </a:lstStyle>
          <a:p>
            <a:r>
              <a:rPr lang="en-US"/>
              <a:t>Tiêu đề</a:t>
            </a:r>
            <a:endParaRPr lang="en-US" dirty="0"/>
          </a:p>
        </p:txBody>
      </p:sp>
      <p:sp>
        <p:nvSpPr>
          <p:cNvPr id="13" name="Content Placeholder 9"/>
          <p:cNvSpPr>
            <a:spLocks noGrp="1"/>
          </p:cNvSpPr>
          <p:nvPr>
            <p:ph sz="quarter" idx="12" hasCustomPrompt="1"/>
          </p:nvPr>
        </p:nvSpPr>
        <p:spPr>
          <a:xfrm rot="5400000">
            <a:off x="1875631" y="-672303"/>
            <a:ext cx="5811837" cy="7886700"/>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27" name="Picture 2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21981" y="51983"/>
            <a:ext cx="292100" cy="292100"/>
          </a:xfrm>
          <a:prstGeom prst="rect">
            <a:avLst/>
          </a:prstGeom>
        </p:spPr>
      </p:pic>
      <p:pic>
        <p:nvPicPr>
          <p:cNvPr id="19" name="Picture 18"/>
          <p:cNvPicPr>
            <a:picLocks noChangeAspect="1"/>
          </p:cNvPicPr>
          <p:nvPr userDrawn="1"/>
        </p:nvPicPr>
        <p:blipFill>
          <a:blip r:embed="rId3"/>
          <a:stretch>
            <a:fillRect/>
          </a:stretch>
        </p:blipFill>
        <p:spPr>
          <a:xfrm>
            <a:off x="11987783" y="93587"/>
            <a:ext cx="107165" cy="107007"/>
          </a:xfrm>
          <a:prstGeom prst="rect">
            <a:avLst/>
          </a:prstGeom>
        </p:spPr>
      </p:pic>
      <p:sp>
        <p:nvSpPr>
          <p:cNvPr id="3" name="Slide Number Placeholder 5">
            <a:extLst>
              <a:ext uri="{FF2B5EF4-FFF2-40B4-BE49-F238E27FC236}">
                <a16:creationId xmlns:a16="http://schemas.microsoft.com/office/drawing/2014/main" id="{0E9D4A31-78FB-C50E-E557-1D6A2AB1B39D}"/>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2DE77047-2D78-10EA-8B2B-464D363FDA73}"/>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41B0BADC-EE2D-7AA3-FE84-68EB6BD21ECE}"/>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6EC3A035-1495-F2B0-9581-76B6F74E68ED}"/>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BEFB4826-5D0F-51B0-8FB3-AF794F93FD9F}"/>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64DA189B-1ADB-AEB4-5954-98C27419F04D}"/>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6BD18312-4501-E052-78A4-D56485FF5E53}"/>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0" name="TextBox 9">
            <a:extLst>
              <a:ext uri="{FF2B5EF4-FFF2-40B4-BE49-F238E27FC236}">
                <a16:creationId xmlns:a16="http://schemas.microsoft.com/office/drawing/2014/main" id="{6BFB8709-60EF-0C2D-7AE6-97383C28A99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1A513177-236E-9D57-556A-25BA2A08A567}"/>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AAB60C45-18AD-EA2E-F8C7-09BC10A7EB8E}"/>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4" name="Footer Placeholder 4">
            <a:extLst>
              <a:ext uri="{FF2B5EF4-FFF2-40B4-BE49-F238E27FC236}">
                <a16:creationId xmlns:a16="http://schemas.microsoft.com/office/drawing/2014/main" id="{06116A22-46CD-EA17-0317-B3A75C355C67}"/>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2725897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25583"/>
            <a:ext cx="10515600" cy="978408"/>
          </a:xfrm>
        </p:spPr>
        <p:txBody>
          <a:bodyPr/>
          <a:lstStyle>
            <a:lvl1pPr>
              <a:defRPr lang="en-US" sz="3200" b="1" kern="1200" baseline="0" smtClean="0">
                <a:solidFill>
                  <a:srgbClr val="1F5CA9"/>
                </a:solidFill>
                <a:latin typeface="K2D" panose="00000500000000000000" pitchFamily="2" charset="-34"/>
                <a:ea typeface="+mn-ea"/>
                <a:cs typeface="+mn-cs"/>
              </a:defRPr>
            </a:lvl1pPr>
          </a:lstStyle>
          <a:p>
            <a:r>
              <a:rPr lang="en-US"/>
              <a:t>Tiêu đề</a:t>
            </a:r>
            <a:endParaRPr lang="en-US" dirty="0"/>
          </a:p>
        </p:txBody>
      </p:sp>
      <p:pic>
        <p:nvPicPr>
          <p:cNvPr id="18" name="Picture 17">
            <a:extLst>
              <a:ext uri="{FF2B5EF4-FFF2-40B4-BE49-F238E27FC236}">
                <a16:creationId xmlns:a16="http://schemas.microsoft.com/office/drawing/2014/main" id="{3F628E4E-7D92-2696-C967-238AE8D19297}"/>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pic>
        <p:nvPicPr>
          <p:cNvPr id="28" name="Picture 2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8656" y="656757"/>
            <a:ext cx="292100" cy="292100"/>
          </a:xfrm>
          <a:prstGeom prst="rect">
            <a:avLst/>
          </a:prstGeom>
        </p:spPr>
      </p:pic>
      <p:pic>
        <p:nvPicPr>
          <p:cNvPr id="19" name="Picture 18"/>
          <p:cNvPicPr>
            <a:picLocks noChangeAspect="1"/>
          </p:cNvPicPr>
          <p:nvPr userDrawn="1"/>
        </p:nvPicPr>
        <p:blipFill>
          <a:blip r:embed="rId4"/>
          <a:stretch>
            <a:fillRect/>
          </a:stretch>
        </p:blipFill>
        <p:spPr>
          <a:xfrm>
            <a:off x="11987783" y="93587"/>
            <a:ext cx="107165" cy="107007"/>
          </a:xfrm>
          <a:prstGeom prst="rect">
            <a:avLst/>
          </a:prstGeom>
        </p:spPr>
      </p:pic>
      <p:sp>
        <p:nvSpPr>
          <p:cNvPr id="3" name="Slide Number Placeholder 5">
            <a:extLst>
              <a:ext uri="{FF2B5EF4-FFF2-40B4-BE49-F238E27FC236}">
                <a16:creationId xmlns:a16="http://schemas.microsoft.com/office/drawing/2014/main" id="{ACD306E5-CFB4-AF8E-362E-7264A2EE8FC3}"/>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17E40D7E-4410-6230-80DF-9F48DDD5A2AE}"/>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F571A584-94A8-DB0F-72C3-58733380A872}"/>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9E163D15-A7C4-C136-3C34-D85D43DF91DC}"/>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CCA5ACA2-579F-CD83-86DA-E253A52172C6}"/>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9C5BCA61-C1DF-F935-9A58-6E188F2CB055}"/>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368E80D1-1F87-F099-C499-A6D08F0D1B73}"/>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0" name="TextBox 9">
            <a:extLst>
              <a:ext uri="{FF2B5EF4-FFF2-40B4-BE49-F238E27FC236}">
                <a16:creationId xmlns:a16="http://schemas.microsoft.com/office/drawing/2014/main" id="{87DD4F89-FFA6-2586-6CFF-BAD9CA9BBED0}"/>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34ADDEC2-86AA-36BA-1460-FC4BE106E1D1}"/>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900BAA20-270C-6BB8-126D-274EA4BC323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3" name="Footer Placeholder 4">
            <a:extLst>
              <a:ext uri="{FF2B5EF4-FFF2-40B4-BE49-F238E27FC236}">
                <a16:creationId xmlns:a16="http://schemas.microsoft.com/office/drawing/2014/main" id="{5E3DB167-B4F8-7DE2-3FE9-16BA7DFC448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2957592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Whit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977A98-B16D-37D0-150B-AA6EC7793AF8}"/>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pic>
        <p:nvPicPr>
          <p:cNvPr id="15" name="Picture 14"/>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00AAABEF-0466-E8D9-7159-4498725EB239}"/>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AB5B4BC4-A4A2-B7AE-36B8-5F8601CBD24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D43324B4-3F68-C3A0-CCD5-76223DA44378}"/>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CCAF8661-5038-9FE1-BBA8-946867DADAB0}"/>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9C383C5A-EDBD-9F53-185B-2E7B394F3459}"/>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4FA2C68B-0393-7A63-49AA-3FFE7FE14C79}"/>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E0CA16E1-AF2D-D0AA-1F01-070BA884ACD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7BCC7B34-3035-0952-6B45-935B76D988E3}"/>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2A7B063C-9DEE-224B-8FD3-B578122F7010}"/>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AA004C0A-B376-851D-1C1F-61573C0B972E}"/>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6" name="Footer Placeholder 4">
            <a:extLst>
              <a:ext uri="{FF2B5EF4-FFF2-40B4-BE49-F238E27FC236}">
                <a16:creationId xmlns:a16="http://schemas.microsoft.com/office/drawing/2014/main" id="{AD28DB7B-FFF4-7151-C18D-3C7D5D9D8F6F}"/>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1263690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Blue 1">
    <p:bg>
      <p:bgPr>
        <a:solidFill>
          <a:srgbClr val="1F5CA9"/>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FF29CC0-A8E3-7B26-83F7-23FD30C83BAD}"/>
              </a:ext>
            </a:extLst>
          </p:cNvPr>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sp>
        <p:nvSpPr>
          <p:cNvPr id="13" name="Rectangle 12">
            <a:extLst>
              <a:ext uri="{FF2B5EF4-FFF2-40B4-BE49-F238E27FC236}">
                <a16:creationId xmlns:a16="http://schemas.microsoft.com/office/drawing/2014/main" id="{ECA7CBBB-5BEC-4156-BB0B-762A1656305F}"/>
              </a:ext>
            </a:extLst>
          </p:cNvPr>
          <p:cNvSpPr/>
          <p:nvPr userDrawn="1"/>
        </p:nvSpPr>
        <p:spPr>
          <a:xfrm>
            <a:off x="135235" y="6474525"/>
            <a:ext cx="544432"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nvGrpSpPr>
          <p:cNvPr id="14" name="Group 13">
            <a:extLst>
              <a:ext uri="{FF2B5EF4-FFF2-40B4-BE49-F238E27FC236}">
                <a16:creationId xmlns:a16="http://schemas.microsoft.com/office/drawing/2014/main" id="{44E0175B-DA75-48B5-9D9D-69732B703EF5}"/>
              </a:ext>
            </a:extLst>
          </p:cNvPr>
          <p:cNvGrpSpPr/>
          <p:nvPr userDrawn="1"/>
        </p:nvGrpSpPr>
        <p:grpSpPr>
          <a:xfrm>
            <a:off x="205437" y="6454898"/>
            <a:ext cx="544432" cy="365125"/>
            <a:chOff x="119712" y="6454898"/>
            <a:chExt cx="544432" cy="365125"/>
          </a:xfrm>
        </p:grpSpPr>
        <p:sp>
          <p:nvSpPr>
            <p:cNvPr id="20" name="Rectangle 19">
              <a:extLst>
                <a:ext uri="{FF2B5EF4-FFF2-40B4-BE49-F238E27FC236}">
                  <a16:creationId xmlns:a16="http://schemas.microsoft.com/office/drawing/2014/main" id="{3FADB430-7D50-4978-89C8-6C6EBBB3035E}"/>
                </a:ext>
              </a:extLst>
            </p:cNvPr>
            <p:cNvSpPr/>
            <p:nvPr userDrawn="1"/>
          </p:nvSpPr>
          <p:spPr>
            <a:xfrm>
              <a:off x="119712" y="6488235"/>
              <a:ext cx="544432" cy="298450"/>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1" name="Slide Number Placeholder 5">
              <a:extLst>
                <a:ext uri="{FF2B5EF4-FFF2-40B4-BE49-F238E27FC236}">
                  <a16:creationId xmlns:a16="http://schemas.microsoft.com/office/drawing/2014/main" id="{7688F936-0D30-441F-BBA9-66AE32197B6A}"/>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grpSp>
      <p:sp>
        <p:nvSpPr>
          <p:cNvPr id="22" name="Date Placeholder 3">
            <a:extLst>
              <a:ext uri="{FF2B5EF4-FFF2-40B4-BE49-F238E27FC236}">
                <a16:creationId xmlns:a16="http://schemas.microsoft.com/office/drawing/2014/main" id="{4F36C960-0DDB-40F7-96C6-0E5E092E47ED}"/>
              </a:ext>
            </a:extLst>
          </p:cNvPr>
          <p:cNvSpPr>
            <a:spLocks noGrp="1"/>
          </p:cNvSpPr>
          <p:nvPr>
            <p:ph type="dt" sz="half" idx="10"/>
          </p:nvPr>
        </p:nvSpPr>
        <p:spPr>
          <a:xfrm>
            <a:off x="914400" y="6548263"/>
            <a:ext cx="2743200"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4/1/2025</a:t>
            </a:fld>
            <a:endParaRPr lang="en-US"/>
          </a:p>
        </p:txBody>
      </p:sp>
      <p:sp>
        <p:nvSpPr>
          <p:cNvPr id="24" name="Footer Placeholder 4">
            <a:extLst>
              <a:ext uri="{FF2B5EF4-FFF2-40B4-BE49-F238E27FC236}">
                <a16:creationId xmlns:a16="http://schemas.microsoft.com/office/drawing/2014/main" id="{EB56B231-F846-4811-B632-4AB4BAA986FB}"/>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
        <p:nvSpPr>
          <p:cNvPr id="31" name="TextBox 30">
            <a:extLst>
              <a:ext uri="{FF2B5EF4-FFF2-40B4-BE49-F238E27FC236}">
                <a16:creationId xmlns:a16="http://schemas.microsoft.com/office/drawing/2014/main" id="{44250632-77FB-405A-BBE8-9981579CE7EF}"/>
              </a:ext>
            </a:extLst>
          </p:cNvPr>
          <p:cNvSpPr txBox="1"/>
          <p:nvPr/>
        </p:nvSpPr>
        <p:spPr>
          <a:xfrm>
            <a:off x="8176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sp>
        <p:nvSpPr>
          <p:cNvPr id="32" name="TextBox 31">
            <a:extLst>
              <a:ext uri="{FF2B5EF4-FFF2-40B4-BE49-F238E27FC236}">
                <a16:creationId xmlns:a16="http://schemas.microsoft.com/office/drawing/2014/main" id="{12F06559-0D08-475B-BB2B-C2AD79E1EA9A}"/>
              </a:ext>
            </a:extLst>
          </p:cNvPr>
          <p:cNvSpPr txBox="1"/>
          <p:nvPr userDrawn="1"/>
        </p:nvSpPr>
        <p:spPr>
          <a:xfrm>
            <a:off x="10536385" y="6467840"/>
            <a:ext cx="1502334"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pic>
        <p:nvPicPr>
          <p:cNvPr id="33" name="Picture 32">
            <a:extLst>
              <a:ext uri="{FF2B5EF4-FFF2-40B4-BE49-F238E27FC236}">
                <a16:creationId xmlns:a16="http://schemas.microsoft.com/office/drawing/2014/main" id="{7A2DBFB6-FB51-4349-AD79-DB5E3B289A6C}"/>
              </a:ext>
            </a:extLst>
          </p:cNvPr>
          <p:cNvPicPr>
            <a:picLocks noChangeAspect="1"/>
          </p:cNvPicPr>
          <p:nvPr userDrawn="1"/>
        </p:nvPicPr>
        <p:blipFill>
          <a:blip r:embed="rId3"/>
          <a:stretch>
            <a:fillRect/>
          </a:stretch>
        </p:blipFill>
        <p:spPr>
          <a:xfrm>
            <a:off x="2602785" y="6488354"/>
            <a:ext cx="9336024" cy="118217"/>
          </a:xfrm>
          <a:prstGeom prst="rect">
            <a:avLst/>
          </a:prstGeom>
        </p:spPr>
      </p:pic>
      <p:sp>
        <p:nvSpPr>
          <p:cNvPr id="15" name="TextBox 14">
            <a:extLst>
              <a:ext uri="{FF2B5EF4-FFF2-40B4-BE49-F238E27FC236}">
                <a16:creationId xmlns:a16="http://schemas.microsoft.com/office/drawing/2014/main" id="{E3741078-A544-42D3-8CE7-5F2F115BABE0}"/>
              </a:ext>
            </a:extLst>
          </p:cNvPr>
          <p:cNvSpPr txBox="1"/>
          <p:nvPr userDrawn="1"/>
        </p:nvSpPr>
        <p:spPr>
          <a:xfrm>
            <a:off x="8176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grpSp>
        <p:nvGrpSpPr>
          <p:cNvPr id="2" name="Group 1">
            <a:extLst>
              <a:ext uri="{FF2B5EF4-FFF2-40B4-BE49-F238E27FC236}">
                <a16:creationId xmlns:a16="http://schemas.microsoft.com/office/drawing/2014/main" id="{99C7F682-0100-EB65-9EF7-68F4E1527F64}"/>
              </a:ext>
            </a:extLst>
          </p:cNvPr>
          <p:cNvGrpSpPr/>
          <p:nvPr userDrawn="1"/>
        </p:nvGrpSpPr>
        <p:grpSpPr>
          <a:xfrm rot="5400000" flipH="1">
            <a:off x="11994349" y="89858"/>
            <a:ext cx="108319" cy="107166"/>
            <a:chOff x="9886950" y="442913"/>
            <a:chExt cx="216694" cy="214386"/>
          </a:xfrm>
        </p:grpSpPr>
        <p:sp>
          <p:nvSpPr>
            <p:cNvPr id="3" name="Rectangle: Rounded Corners 2">
              <a:extLst>
                <a:ext uri="{FF2B5EF4-FFF2-40B4-BE49-F238E27FC236}">
                  <a16:creationId xmlns:a16="http://schemas.microsoft.com/office/drawing/2014/main" id="{7B12206D-0D33-F7BF-D5C3-71176B0C507A}"/>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6958F7DE-9367-1A7B-0471-C642F47C03A3}"/>
                </a:ext>
              </a:extLst>
            </p:cNvPr>
            <p:cNvSpPr/>
            <p:nvPr userDrawn="1"/>
          </p:nvSpPr>
          <p:spPr>
            <a:xfrm>
              <a:off x="10006013" y="559668"/>
              <a:ext cx="97631" cy="97631"/>
            </a:xfrm>
            <a:prstGeom prst="roundRect">
              <a:avLst/>
            </a:prstGeom>
            <a:solidFill>
              <a:srgbClr val="00A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5FF2EDA6-9276-E821-1BDA-7B118853E64D}"/>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546084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Blue 2">
    <p:bg>
      <p:bgPr>
        <a:solidFill>
          <a:srgbClr val="00B0F0"/>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A39DEC0-0415-D667-18C3-EEA5AEBABEAC}"/>
              </a:ext>
            </a:extLst>
          </p:cNvPr>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grpSp>
        <p:nvGrpSpPr>
          <p:cNvPr id="6" name="Group 5">
            <a:extLst>
              <a:ext uri="{FF2B5EF4-FFF2-40B4-BE49-F238E27FC236}">
                <a16:creationId xmlns:a16="http://schemas.microsoft.com/office/drawing/2014/main" id="{E74BF315-D1FC-6421-060B-3FFD387F1B1D}"/>
              </a:ext>
            </a:extLst>
          </p:cNvPr>
          <p:cNvGrpSpPr/>
          <p:nvPr userDrawn="1"/>
        </p:nvGrpSpPr>
        <p:grpSpPr>
          <a:xfrm rot="5400000" flipH="1">
            <a:off x="11994349" y="89858"/>
            <a:ext cx="108319" cy="107166"/>
            <a:chOff x="9886950" y="442913"/>
            <a:chExt cx="216694" cy="214386"/>
          </a:xfrm>
        </p:grpSpPr>
        <p:sp>
          <p:nvSpPr>
            <p:cNvPr id="7" name="Rectangle: Rounded Corners 6">
              <a:extLst>
                <a:ext uri="{FF2B5EF4-FFF2-40B4-BE49-F238E27FC236}">
                  <a16:creationId xmlns:a16="http://schemas.microsoft.com/office/drawing/2014/main" id="{D2D3478F-4D6B-F3FC-93EE-781955B168ED}"/>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F30E6027-7A58-80A0-C4DE-BD292242A19B}"/>
                </a:ext>
              </a:extLst>
            </p:cNvPr>
            <p:cNvSpPr/>
            <p:nvPr userDrawn="1"/>
          </p:nvSpPr>
          <p:spPr>
            <a:xfrm>
              <a:off x="10006013" y="559668"/>
              <a:ext cx="97631" cy="97631"/>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EC39217D-11B2-EC58-7DB9-670BADCEC0E6}"/>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a:extLst>
              <a:ext uri="{FF2B5EF4-FFF2-40B4-BE49-F238E27FC236}">
                <a16:creationId xmlns:a16="http://schemas.microsoft.com/office/drawing/2014/main" id="{669E2A5B-C398-3A54-39BB-1A10AD77A4C3}"/>
              </a:ext>
            </a:extLst>
          </p:cNvPr>
          <p:cNvPicPr>
            <a:picLocks noChangeAspect="1"/>
          </p:cNvPicPr>
          <p:nvPr userDrawn="1"/>
        </p:nvPicPr>
        <p:blipFill>
          <a:blip r:embed="rId3"/>
          <a:stretch>
            <a:fillRect/>
          </a:stretch>
        </p:blipFill>
        <p:spPr>
          <a:xfrm>
            <a:off x="2599612" y="6488270"/>
            <a:ext cx="9336024" cy="118110"/>
          </a:xfrm>
          <a:prstGeom prst="rect">
            <a:avLst/>
          </a:prstGeom>
        </p:spPr>
      </p:pic>
      <p:sp>
        <p:nvSpPr>
          <p:cNvPr id="3" name="Slide Number Placeholder 5">
            <a:extLst>
              <a:ext uri="{FF2B5EF4-FFF2-40B4-BE49-F238E27FC236}">
                <a16:creationId xmlns:a16="http://schemas.microsoft.com/office/drawing/2014/main" id="{540C400F-3AEE-5C28-4A10-78CBA14078B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3FA79BBA-69C1-570D-F28E-9BB9C6ACBEC1}"/>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ACC30C32-8749-8F9D-AFB9-200DC55D9965}"/>
              </a:ext>
            </a:extLst>
          </p:cNvPr>
          <p:cNvSpPr/>
          <p:nvPr userDrawn="1"/>
        </p:nvSpPr>
        <p:spPr>
          <a:xfrm>
            <a:off x="11577955" y="6548263"/>
            <a:ext cx="340536" cy="17037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1" name="Slide Number Placeholder 5">
            <a:extLst>
              <a:ext uri="{FF2B5EF4-FFF2-40B4-BE49-F238E27FC236}">
                <a16:creationId xmlns:a16="http://schemas.microsoft.com/office/drawing/2014/main" id="{636664E3-F587-5BFA-8277-C0DDF1B0FB4D}"/>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2" name="Group 11">
            <a:extLst>
              <a:ext uri="{FF2B5EF4-FFF2-40B4-BE49-F238E27FC236}">
                <a16:creationId xmlns:a16="http://schemas.microsoft.com/office/drawing/2014/main" id="{7AF36890-856E-2F7B-8E55-A33B790D7C18}"/>
              </a:ext>
            </a:extLst>
          </p:cNvPr>
          <p:cNvGrpSpPr/>
          <p:nvPr userDrawn="1"/>
        </p:nvGrpSpPr>
        <p:grpSpPr>
          <a:xfrm>
            <a:off x="817685" y="6410864"/>
            <a:ext cx="2760487" cy="403790"/>
            <a:chOff x="741485" y="6410864"/>
            <a:chExt cx="2760487" cy="403790"/>
          </a:xfrm>
        </p:grpSpPr>
        <p:sp>
          <p:nvSpPr>
            <p:cNvPr id="13" name="TextBox 12">
              <a:extLst>
                <a:ext uri="{FF2B5EF4-FFF2-40B4-BE49-F238E27FC236}">
                  <a16:creationId xmlns:a16="http://schemas.microsoft.com/office/drawing/2014/main" id="{63B2CBB7-80CC-0503-06CA-B293272E754B}"/>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15" name="TextBox 14">
              <a:extLst>
                <a:ext uri="{FF2B5EF4-FFF2-40B4-BE49-F238E27FC236}">
                  <a16:creationId xmlns:a16="http://schemas.microsoft.com/office/drawing/2014/main" id="{6E49DC9B-DB28-1334-ACD6-A7837974CC5D}"/>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16" name="TextBox 15">
            <a:extLst>
              <a:ext uri="{FF2B5EF4-FFF2-40B4-BE49-F238E27FC236}">
                <a16:creationId xmlns:a16="http://schemas.microsoft.com/office/drawing/2014/main" id="{2896B089-ECA6-A22E-B1B3-DEA30DA3A29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18" name="Date Placeholder 3">
            <a:extLst>
              <a:ext uri="{FF2B5EF4-FFF2-40B4-BE49-F238E27FC236}">
                <a16:creationId xmlns:a16="http://schemas.microsoft.com/office/drawing/2014/main" id="{3CA8C4BA-A884-9E59-FFE3-0B919D005D37}"/>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4/1/2025</a:t>
            </a:fld>
            <a:endParaRPr lang="en-US"/>
          </a:p>
        </p:txBody>
      </p:sp>
      <p:sp>
        <p:nvSpPr>
          <p:cNvPr id="21" name="Footer Placeholder 4">
            <a:extLst>
              <a:ext uri="{FF2B5EF4-FFF2-40B4-BE49-F238E27FC236}">
                <a16:creationId xmlns:a16="http://schemas.microsoft.com/office/drawing/2014/main" id="{79B8DE1D-7394-99A3-7495-C14CDDA1EC25}"/>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3571172702"/>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acbook 1">
    <p:spTree>
      <p:nvGrpSpPr>
        <p:cNvPr id="1" name=""/>
        <p:cNvGrpSpPr/>
        <p:nvPr/>
      </p:nvGrpSpPr>
      <p:grpSpPr>
        <a:xfrm>
          <a:off x="0" y="0"/>
          <a:ext cx="0" cy="0"/>
          <a:chOff x="0" y="0"/>
          <a:chExt cx="0" cy="0"/>
        </a:xfrm>
      </p:grpSpPr>
      <p:grpSp>
        <p:nvGrpSpPr>
          <p:cNvPr id="10" name="9Slide.vn 1">
            <a:extLst>
              <a:ext uri="{FF2B5EF4-FFF2-40B4-BE49-F238E27FC236}">
                <a16:creationId xmlns:a16="http://schemas.microsoft.com/office/drawing/2014/main" id="{2946107B-86B5-4108-B9D9-FBE88B6AF6A9}"/>
              </a:ext>
            </a:extLst>
          </p:cNvPr>
          <p:cNvGrpSpPr/>
          <p:nvPr userDrawn="1"/>
        </p:nvGrpSpPr>
        <p:grpSpPr>
          <a:xfrm>
            <a:off x="2262706" y="1080007"/>
            <a:ext cx="7666588" cy="4425443"/>
            <a:chOff x="2738438" y="30163"/>
            <a:chExt cx="11828463" cy="6827838"/>
          </a:xfrm>
        </p:grpSpPr>
        <p:sp>
          <p:nvSpPr>
            <p:cNvPr id="17" name="9Slide.vn 2">
              <a:extLst>
                <a:ext uri="{FF2B5EF4-FFF2-40B4-BE49-F238E27FC236}">
                  <a16:creationId xmlns:a16="http://schemas.microsoft.com/office/drawing/2014/main" id="{4C6E1B3E-70F8-4E17-8666-2C90A7910CF5}"/>
                </a:ext>
              </a:extLst>
            </p:cNvPr>
            <p:cNvSpPr>
              <a:spLocks/>
            </p:cNvSpPr>
            <p:nvPr/>
          </p:nvSpPr>
          <p:spPr bwMode="auto">
            <a:xfrm>
              <a:off x="3821113" y="30163"/>
              <a:ext cx="9663113" cy="6823075"/>
            </a:xfrm>
            <a:custGeom>
              <a:avLst/>
              <a:gdLst>
                <a:gd name="T0" fmla="*/ 201 w 6087"/>
                <a:gd name="T1" fmla="*/ 4298 h 4298"/>
                <a:gd name="T2" fmla="*/ 181 w 6087"/>
                <a:gd name="T3" fmla="*/ 4298 h 4298"/>
                <a:gd name="T4" fmla="*/ 141 w 6087"/>
                <a:gd name="T5" fmla="*/ 4289 h 4298"/>
                <a:gd name="T6" fmla="*/ 106 w 6087"/>
                <a:gd name="T7" fmla="*/ 4274 h 4298"/>
                <a:gd name="T8" fmla="*/ 74 w 6087"/>
                <a:gd name="T9" fmla="*/ 4252 h 4298"/>
                <a:gd name="T10" fmla="*/ 47 w 6087"/>
                <a:gd name="T11" fmla="*/ 4225 h 4298"/>
                <a:gd name="T12" fmla="*/ 25 w 6087"/>
                <a:gd name="T13" fmla="*/ 4193 h 4298"/>
                <a:gd name="T14" fmla="*/ 10 w 6087"/>
                <a:gd name="T15" fmla="*/ 4158 h 4298"/>
                <a:gd name="T16" fmla="*/ 1 w 6087"/>
                <a:gd name="T17" fmla="*/ 4118 h 4298"/>
                <a:gd name="T18" fmla="*/ 0 w 6087"/>
                <a:gd name="T19" fmla="*/ 201 h 4298"/>
                <a:gd name="T20" fmla="*/ 1 w 6087"/>
                <a:gd name="T21" fmla="*/ 181 h 4298"/>
                <a:gd name="T22" fmla="*/ 10 w 6087"/>
                <a:gd name="T23" fmla="*/ 141 h 4298"/>
                <a:gd name="T24" fmla="*/ 25 w 6087"/>
                <a:gd name="T25" fmla="*/ 105 h 4298"/>
                <a:gd name="T26" fmla="*/ 47 w 6087"/>
                <a:gd name="T27" fmla="*/ 74 h 4298"/>
                <a:gd name="T28" fmla="*/ 74 w 6087"/>
                <a:gd name="T29" fmla="*/ 47 h 4298"/>
                <a:gd name="T30" fmla="*/ 106 w 6087"/>
                <a:gd name="T31" fmla="*/ 25 h 4298"/>
                <a:gd name="T32" fmla="*/ 141 w 6087"/>
                <a:gd name="T33" fmla="*/ 10 h 4298"/>
                <a:gd name="T34" fmla="*/ 181 w 6087"/>
                <a:gd name="T35" fmla="*/ 1 h 4298"/>
                <a:gd name="T36" fmla="*/ 5887 w 6087"/>
                <a:gd name="T37" fmla="*/ 0 h 4298"/>
                <a:gd name="T38" fmla="*/ 5907 w 6087"/>
                <a:gd name="T39" fmla="*/ 1 h 4298"/>
                <a:gd name="T40" fmla="*/ 5946 w 6087"/>
                <a:gd name="T41" fmla="*/ 10 h 4298"/>
                <a:gd name="T42" fmla="*/ 5983 w 6087"/>
                <a:gd name="T43" fmla="*/ 25 h 4298"/>
                <a:gd name="T44" fmla="*/ 6015 w 6087"/>
                <a:gd name="T45" fmla="*/ 47 h 4298"/>
                <a:gd name="T46" fmla="*/ 6042 w 6087"/>
                <a:gd name="T47" fmla="*/ 74 h 4298"/>
                <a:gd name="T48" fmla="*/ 6064 w 6087"/>
                <a:gd name="T49" fmla="*/ 105 h 4298"/>
                <a:gd name="T50" fmla="*/ 6079 w 6087"/>
                <a:gd name="T51" fmla="*/ 141 h 4298"/>
                <a:gd name="T52" fmla="*/ 6087 w 6087"/>
                <a:gd name="T53" fmla="*/ 181 h 4298"/>
                <a:gd name="T54" fmla="*/ 6087 w 6087"/>
                <a:gd name="T55" fmla="*/ 4097 h 4298"/>
                <a:gd name="T56" fmla="*/ 6087 w 6087"/>
                <a:gd name="T57" fmla="*/ 4118 h 4298"/>
                <a:gd name="T58" fmla="*/ 6079 w 6087"/>
                <a:gd name="T59" fmla="*/ 4158 h 4298"/>
                <a:gd name="T60" fmla="*/ 6064 w 6087"/>
                <a:gd name="T61" fmla="*/ 4193 h 4298"/>
                <a:gd name="T62" fmla="*/ 6042 w 6087"/>
                <a:gd name="T63" fmla="*/ 4225 h 4298"/>
                <a:gd name="T64" fmla="*/ 6015 w 6087"/>
                <a:gd name="T65" fmla="*/ 4252 h 4298"/>
                <a:gd name="T66" fmla="*/ 5983 w 6087"/>
                <a:gd name="T67" fmla="*/ 4274 h 4298"/>
                <a:gd name="T68" fmla="*/ 5946 w 6087"/>
                <a:gd name="T69" fmla="*/ 4289 h 4298"/>
                <a:gd name="T70" fmla="*/ 5907 w 6087"/>
                <a:gd name="T71" fmla="*/ 4298 h 4298"/>
                <a:gd name="T72" fmla="*/ 5887 w 6087"/>
                <a:gd name="T73" fmla="*/ 4298 h 4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87" h="4298">
                  <a:moveTo>
                    <a:pt x="5887" y="4298"/>
                  </a:moveTo>
                  <a:lnTo>
                    <a:pt x="201" y="4298"/>
                  </a:lnTo>
                  <a:lnTo>
                    <a:pt x="201" y="4298"/>
                  </a:lnTo>
                  <a:lnTo>
                    <a:pt x="181" y="4298"/>
                  </a:lnTo>
                  <a:lnTo>
                    <a:pt x="161" y="4294"/>
                  </a:lnTo>
                  <a:lnTo>
                    <a:pt x="141" y="4289"/>
                  </a:lnTo>
                  <a:lnTo>
                    <a:pt x="122" y="4282"/>
                  </a:lnTo>
                  <a:lnTo>
                    <a:pt x="106" y="4274"/>
                  </a:lnTo>
                  <a:lnTo>
                    <a:pt x="89" y="4264"/>
                  </a:lnTo>
                  <a:lnTo>
                    <a:pt x="74" y="4252"/>
                  </a:lnTo>
                  <a:lnTo>
                    <a:pt x="58" y="4239"/>
                  </a:lnTo>
                  <a:lnTo>
                    <a:pt x="47" y="4225"/>
                  </a:lnTo>
                  <a:lnTo>
                    <a:pt x="35" y="4210"/>
                  </a:lnTo>
                  <a:lnTo>
                    <a:pt x="25" y="4193"/>
                  </a:lnTo>
                  <a:lnTo>
                    <a:pt x="16" y="4177"/>
                  </a:lnTo>
                  <a:lnTo>
                    <a:pt x="10" y="4158"/>
                  </a:lnTo>
                  <a:lnTo>
                    <a:pt x="5" y="4138"/>
                  </a:lnTo>
                  <a:lnTo>
                    <a:pt x="1" y="4118"/>
                  </a:lnTo>
                  <a:lnTo>
                    <a:pt x="0" y="4097"/>
                  </a:lnTo>
                  <a:lnTo>
                    <a:pt x="0" y="201"/>
                  </a:lnTo>
                  <a:lnTo>
                    <a:pt x="0" y="201"/>
                  </a:lnTo>
                  <a:lnTo>
                    <a:pt x="1" y="181"/>
                  </a:lnTo>
                  <a:lnTo>
                    <a:pt x="5" y="161"/>
                  </a:lnTo>
                  <a:lnTo>
                    <a:pt x="10" y="141"/>
                  </a:lnTo>
                  <a:lnTo>
                    <a:pt x="16" y="122"/>
                  </a:lnTo>
                  <a:lnTo>
                    <a:pt x="25" y="105"/>
                  </a:lnTo>
                  <a:lnTo>
                    <a:pt x="35" y="89"/>
                  </a:lnTo>
                  <a:lnTo>
                    <a:pt x="47" y="74"/>
                  </a:lnTo>
                  <a:lnTo>
                    <a:pt x="58" y="58"/>
                  </a:lnTo>
                  <a:lnTo>
                    <a:pt x="74" y="47"/>
                  </a:lnTo>
                  <a:lnTo>
                    <a:pt x="89" y="35"/>
                  </a:lnTo>
                  <a:lnTo>
                    <a:pt x="106" y="25"/>
                  </a:lnTo>
                  <a:lnTo>
                    <a:pt x="122" y="16"/>
                  </a:lnTo>
                  <a:lnTo>
                    <a:pt x="141" y="10"/>
                  </a:lnTo>
                  <a:lnTo>
                    <a:pt x="161" y="5"/>
                  </a:lnTo>
                  <a:lnTo>
                    <a:pt x="181" y="1"/>
                  </a:lnTo>
                  <a:lnTo>
                    <a:pt x="201" y="0"/>
                  </a:lnTo>
                  <a:lnTo>
                    <a:pt x="5887" y="0"/>
                  </a:lnTo>
                  <a:lnTo>
                    <a:pt x="5887" y="0"/>
                  </a:lnTo>
                  <a:lnTo>
                    <a:pt x="5907" y="1"/>
                  </a:lnTo>
                  <a:lnTo>
                    <a:pt x="5927" y="5"/>
                  </a:lnTo>
                  <a:lnTo>
                    <a:pt x="5946" y="10"/>
                  </a:lnTo>
                  <a:lnTo>
                    <a:pt x="5964" y="16"/>
                  </a:lnTo>
                  <a:lnTo>
                    <a:pt x="5983" y="25"/>
                  </a:lnTo>
                  <a:lnTo>
                    <a:pt x="6000" y="35"/>
                  </a:lnTo>
                  <a:lnTo>
                    <a:pt x="6015" y="47"/>
                  </a:lnTo>
                  <a:lnTo>
                    <a:pt x="6028" y="58"/>
                  </a:lnTo>
                  <a:lnTo>
                    <a:pt x="6042" y="74"/>
                  </a:lnTo>
                  <a:lnTo>
                    <a:pt x="6054" y="89"/>
                  </a:lnTo>
                  <a:lnTo>
                    <a:pt x="6064" y="105"/>
                  </a:lnTo>
                  <a:lnTo>
                    <a:pt x="6072" y="122"/>
                  </a:lnTo>
                  <a:lnTo>
                    <a:pt x="6079" y="141"/>
                  </a:lnTo>
                  <a:lnTo>
                    <a:pt x="6084" y="161"/>
                  </a:lnTo>
                  <a:lnTo>
                    <a:pt x="6087" y="181"/>
                  </a:lnTo>
                  <a:lnTo>
                    <a:pt x="6087" y="201"/>
                  </a:lnTo>
                  <a:lnTo>
                    <a:pt x="6087" y="4097"/>
                  </a:lnTo>
                  <a:lnTo>
                    <a:pt x="6087" y="4097"/>
                  </a:lnTo>
                  <a:lnTo>
                    <a:pt x="6087" y="4118"/>
                  </a:lnTo>
                  <a:lnTo>
                    <a:pt x="6084" y="4138"/>
                  </a:lnTo>
                  <a:lnTo>
                    <a:pt x="6079" y="4158"/>
                  </a:lnTo>
                  <a:lnTo>
                    <a:pt x="6072" y="4177"/>
                  </a:lnTo>
                  <a:lnTo>
                    <a:pt x="6064" y="4193"/>
                  </a:lnTo>
                  <a:lnTo>
                    <a:pt x="6054" y="4210"/>
                  </a:lnTo>
                  <a:lnTo>
                    <a:pt x="6042" y="4225"/>
                  </a:lnTo>
                  <a:lnTo>
                    <a:pt x="6028" y="4239"/>
                  </a:lnTo>
                  <a:lnTo>
                    <a:pt x="6015" y="4252"/>
                  </a:lnTo>
                  <a:lnTo>
                    <a:pt x="6000" y="4264"/>
                  </a:lnTo>
                  <a:lnTo>
                    <a:pt x="5983" y="4274"/>
                  </a:lnTo>
                  <a:lnTo>
                    <a:pt x="5964" y="4282"/>
                  </a:lnTo>
                  <a:lnTo>
                    <a:pt x="5946" y="4289"/>
                  </a:lnTo>
                  <a:lnTo>
                    <a:pt x="5927" y="4294"/>
                  </a:lnTo>
                  <a:lnTo>
                    <a:pt x="5907" y="4298"/>
                  </a:lnTo>
                  <a:lnTo>
                    <a:pt x="5887" y="4298"/>
                  </a:lnTo>
                  <a:lnTo>
                    <a:pt x="5887" y="4298"/>
                  </a:lnTo>
                  <a:close/>
                </a:path>
              </a:pathLst>
            </a:custGeom>
            <a:gradFill flip="none" rotWithShape="1">
              <a:gsLst>
                <a:gs pos="0">
                  <a:srgbClr val="B0B2B4"/>
                </a:gs>
                <a:gs pos="100000">
                  <a:srgbClr val="DFE0E1"/>
                </a:gs>
              </a:gsLst>
              <a:lin ang="0" scaled="1"/>
              <a:tileRect/>
            </a:gradFill>
            <a:ln>
              <a:noFill/>
            </a:ln>
            <a:effectLst>
              <a:innerShdw blurRad="63500">
                <a:prstClr val="black">
                  <a:alpha val="4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8" name="9Slide.vn 3">
              <a:extLst>
                <a:ext uri="{FF2B5EF4-FFF2-40B4-BE49-F238E27FC236}">
                  <a16:creationId xmlns:a16="http://schemas.microsoft.com/office/drawing/2014/main" id="{1C3B9052-DF89-48DA-900D-596E0ADF2E86}"/>
                </a:ext>
              </a:extLst>
            </p:cNvPr>
            <p:cNvSpPr>
              <a:spLocks/>
            </p:cNvSpPr>
            <p:nvPr/>
          </p:nvSpPr>
          <p:spPr bwMode="auto">
            <a:xfrm>
              <a:off x="3865563" y="74613"/>
              <a:ext cx="9574213" cy="6735763"/>
            </a:xfrm>
            <a:custGeom>
              <a:avLst/>
              <a:gdLst>
                <a:gd name="T0" fmla="*/ 173 w 6031"/>
                <a:gd name="T1" fmla="*/ 0 h 4243"/>
                <a:gd name="T2" fmla="*/ 155 w 6031"/>
                <a:gd name="T3" fmla="*/ 2 h 4243"/>
                <a:gd name="T4" fmla="*/ 121 w 6031"/>
                <a:gd name="T5" fmla="*/ 9 h 4243"/>
                <a:gd name="T6" fmla="*/ 91 w 6031"/>
                <a:gd name="T7" fmla="*/ 22 h 4243"/>
                <a:gd name="T8" fmla="*/ 64 w 6031"/>
                <a:gd name="T9" fmla="*/ 40 h 4243"/>
                <a:gd name="T10" fmla="*/ 41 w 6031"/>
                <a:gd name="T11" fmla="*/ 64 h 4243"/>
                <a:gd name="T12" fmla="*/ 22 w 6031"/>
                <a:gd name="T13" fmla="*/ 91 h 4243"/>
                <a:gd name="T14" fmla="*/ 9 w 6031"/>
                <a:gd name="T15" fmla="*/ 121 h 4243"/>
                <a:gd name="T16" fmla="*/ 2 w 6031"/>
                <a:gd name="T17" fmla="*/ 157 h 4243"/>
                <a:gd name="T18" fmla="*/ 0 w 6031"/>
                <a:gd name="T19" fmla="*/ 4069 h 4243"/>
                <a:gd name="T20" fmla="*/ 2 w 6031"/>
                <a:gd name="T21" fmla="*/ 4086 h 4243"/>
                <a:gd name="T22" fmla="*/ 9 w 6031"/>
                <a:gd name="T23" fmla="*/ 4120 h 4243"/>
                <a:gd name="T24" fmla="*/ 22 w 6031"/>
                <a:gd name="T25" fmla="*/ 4152 h 4243"/>
                <a:gd name="T26" fmla="*/ 41 w 6031"/>
                <a:gd name="T27" fmla="*/ 4179 h 4243"/>
                <a:gd name="T28" fmla="*/ 64 w 6031"/>
                <a:gd name="T29" fmla="*/ 4202 h 4243"/>
                <a:gd name="T30" fmla="*/ 91 w 6031"/>
                <a:gd name="T31" fmla="*/ 4221 h 4243"/>
                <a:gd name="T32" fmla="*/ 121 w 6031"/>
                <a:gd name="T33" fmla="*/ 4234 h 4243"/>
                <a:gd name="T34" fmla="*/ 155 w 6031"/>
                <a:gd name="T35" fmla="*/ 4241 h 4243"/>
                <a:gd name="T36" fmla="*/ 5859 w 6031"/>
                <a:gd name="T37" fmla="*/ 4243 h 4243"/>
                <a:gd name="T38" fmla="*/ 5876 w 6031"/>
                <a:gd name="T39" fmla="*/ 4241 h 4243"/>
                <a:gd name="T40" fmla="*/ 5910 w 6031"/>
                <a:gd name="T41" fmla="*/ 4234 h 4243"/>
                <a:gd name="T42" fmla="*/ 5941 w 6031"/>
                <a:gd name="T43" fmla="*/ 4221 h 4243"/>
                <a:gd name="T44" fmla="*/ 5968 w 6031"/>
                <a:gd name="T45" fmla="*/ 4202 h 4243"/>
                <a:gd name="T46" fmla="*/ 5992 w 6031"/>
                <a:gd name="T47" fmla="*/ 4179 h 4243"/>
                <a:gd name="T48" fmla="*/ 6010 w 6031"/>
                <a:gd name="T49" fmla="*/ 4152 h 4243"/>
                <a:gd name="T50" fmla="*/ 6024 w 6031"/>
                <a:gd name="T51" fmla="*/ 4120 h 4243"/>
                <a:gd name="T52" fmla="*/ 6031 w 6031"/>
                <a:gd name="T53" fmla="*/ 4086 h 4243"/>
                <a:gd name="T54" fmla="*/ 6031 w 6031"/>
                <a:gd name="T55" fmla="*/ 173 h 4243"/>
                <a:gd name="T56" fmla="*/ 6031 w 6031"/>
                <a:gd name="T57" fmla="*/ 157 h 4243"/>
                <a:gd name="T58" fmla="*/ 6024 w 6031"/>
                <a:gd name="T59" fmla="*/ 121 h 4243"/>
                <a:gd name="T60" fmla="*/ 6010 w 6031"/>
                <a:gd name="T61" fmla="*/ 91 h 4243"/>
                <a:gd name="T62" fmla="*/ 5992 w 6031"/>
                <a:gd name="T63" fmla="*/ 64 h 4243"/>
                <a:gd name="T64" fmla="*/ 5968 w 6031"/>
                <a:gd name="T65" fmla="*/ 40 h 4243"/>
                <a:gd name="T66" fmla="*/ 5941 w 6031"/>
                <a:gd name="T67" fmla="*/ 22 h 4243"/>
                <a:gd name="T68" fmla="*/ 5910 w 6031"/>
                <a:gd name="T69" fmla="*/ 9 h 4243"/>
                <a:gd name="T70" fmla="*/ 5876 w 6031"/>
                <a:gd name="T71" fmla="*/ 2 h 4243"/>
                <a:gd name="T72" fmla="*/ 5859 w 6031"/>
                <a:gd name="T73" fmla="*/ 0 h 4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31" h="4243">
                  <a:moveTo>
                    <a:pt x="5859" y="0"/>
                  </a:moveTo>
                  <a:lnTo>
                    <a:pt x="173" y="0"/>
                  </a:lnTo>
                  <a:lnTo>
                    <a:pt x="173" y="0"/>
                  </a:lnTo>
                  <a:lnTo>
                    <a:pt x="155" y="2"/>
                  </a:lnTo>
                  <a:lnTo>
                    <a:pt x="138" y="3"/>
                  </a:lnTo>
                  <a:lnTo>
                    <a:pt x="121" y="9"/>
                  </a:lnTo>
                  <a:lnTo>
                    <a:pt x="106" y="14"/>
                  </a:lnTo>
                  <a:lnTo>
                    <a:pt x="91" y="22"/>
                  </a:lnTo>
                  <a:lnTo>
                    <a:pt x="78" y="30"/>
                  </a:lnTo>
                  <a:lnTo>
                    <a:pt x="64" y="40"/>
                  </a:lnTo>
                  <a:lnTo>
                    <a:pt x="51" y="51"/>
                  </a:lnTo>
                  <a:lnTo>
                    <a:pt x="41" y="64"/>
                  </a:lnTo>
                  <a:lnTo>
                    <a:pt x="30" y="77"/>
                  </a:lnTo>
                  <a:lnTo>
                    <a:pt x="22" y="91"/>
                  </a:lnTo>
                  <a:lnTo>
                    <a:pt x="14" y="106"/>
                  </a:lnTo>
                  <a:lnTo>
                    <a:pt x="9" y="121"/>
                  </a:lnTo>
                  <a:lnTo>
                    <a:pt x="3" y="138"/>
                  </a:lnTo>
                  <a:lnTo>
                    <a:pt x="2" y="157"/>
                  </a:lnTo>
                  <a:lnTo>
                    <a:pt x="0" y="173"/>
                  </a:lnTo>
                  <a:lnTo>
                    <a:pt x="0" y="4069"/>
                  </a:lnTo>
                  <a:lnTo>
                    <a:pt x="0" y="4069"/>
                  </a:lnTo>
                  <a:lnTo>
                    <a:pt x="2" y="4086"/>
                  </a:lnTo>
                  <a:lnTo>
                    <a:pt x="3" y="4105"/>
                  </a:lnTo>
                  <a:lnTo>
                    <a:pt x="9" y="4120"/>
                  </a:lnTo>
                  <a:lnTo>
                    <a:pt x="14" y="4137"/>
                  </a:lnTo>
                  <a:lnTo>
                    <a:pt x="22" y="4152"/>
                  </a:lnTo>
                  <a:lnTo>
                    <a:pt x="30" y="4165"/>
                  </a:lnTo>
                  <a:lnTo>
                    <a:pt x="41" y="4179"/>
                  </a:lnTo>
                  <a:lnTo>
                    <a:pt x="51" y="4192"/>
                  </a:lnTo>
                  <a:lnTo>
                    <a:pt x="64" y="4202"/>
                  </a:lnTo>
                  <a:lnTo>
                    <a:pt x="78" y="4212"/>
                  </a:lnTo>
                  <a:lnTo>
                    <a:pt x="91" y="4221"/>
                  </a:lnTo>
                  <a:lnTo>
                    <a:pt x="106" y="4229"/>
                  </a:lnTo>
                  <a:lnTo>
                    <a:pt x="121" y="4234"/>
                  </a:lnTo>
                  <a:lnTo>
                    <a:pt x="138" y="4239"/>
                  </a:lnTo>
                  <a:lnTo>
                    <a:pt x="155" y="4241"/>
                  </a:lnTo>
                  <a:lnTo>
                    <a:pt x="173" y="4243"/>
                  </a:lnTo>
                  <a:lnTo>
                    <a:pt x="5859" y="4243"/>
                  </a:lnTo>
                  <a:lnTo>
                    <a:pt x="5859" y="4243"/>
                  </a:lnTo>
                  <a:lnTo>
                    <a:pt x="5876" y="4241"/>
                  </a:lnTo>
                  <a:lnTo>
                    <a:pt x="5893" y="4239"/>
                  </a:lnTo>
                  <a:lnTo>
                    <a:pt x="5910" y="4234"/>
                  </a:lnTo>
                  <a:lnTo>
                    <a:pt x="5926" y="4229"/>
                  </a:lnTo>
                  <a:lnTo>
                    <a:pt x="5941" y="4221"/>
                  </a:lnTo>
                  <a:lnTo>
                    <a:pt x="5955" y="4212"/>
                  </a:lnTo>
                  <a:lnTo>
                    <a:pt x="5968" y="4202"/>
                  </a:lnTo>
                  <a:lnTo>
                    <a:pt x="5980" y="4192"/>
                  </a:lnTo>
                  <a:lnTo>
                    <a:pt x="5992" y="4179"/>
                  </a:lnTo>
                  <a:lnTo>
                    <a:pt x="6002" y="4165"/>
                  </a:lnTo>
                  <a:lnTo>
                    <a:pt x="6010" y="4152"/>
                  </a:lnTo>
                  <a:lnTo>
                    <a:pt x="6017" y="4137"/>
                  </a:lnTo>
                  <a:lnTo>
                    <a:pt x="6024" y="4120"/>
                  </a:lnTo>
                  <a:lnTo>
                    <a:pt x="6027" y="4105"/>
                  </a:lnTo>
                  <a:lnTo>
                    <a:pt x="6031" y="4086"/>
                  </a:lnTo>
                  <a:lnTo>
                    <a:pt x="6031" y="4069"/>
                  </a:lnTo>
                  <a:lnTo>
                    <a:pt x="6031" y="173"/>
                  </a:lnTo>
                  <a:lnTo>
                    <a:pt x="6031" y="173"/>
                  </a:lnTo>
                  <a:lnTo>
                    <a:pt x="6031" y="157"/>
                  </a:lnTo>
                  <a:lnTo>
                    <a:pt x="6027" y="138"/>
                  </a:lnTo>
                  <a:lnTo>
                    <a:pt x="6024" y="121"/>
                  </a:lnTo>
                  <a:lnTo>
                    <a:pt x="6017" y="106"/>
                  </a:lnTo>
                  <a:lnTo>
                    <a:pt x="6010" y="91"/>
                  </a:lnTo>
                  <a:lnTo>
                    <a:pt x="6002" y="77"/>
                  </a:lnTo>
                  <a:lnTo>
                    <a:pt x="5992" y="64"/>
                  </a:lnTo>
                  <a:lnTo>
                    <a:pt x="5980" y="51"/>
                  </a:lnTo>
                  <a:lnTo>
                    <a:pt x="5968" y="40"/>
                  </a:lnTo>
                  <a:lnTo>
                    <a:pt x="5955" y="30"/>
                  </a:lnTo>
                  <a:lnTo>
                    <a:pt x="5941" y="22"/>
                  </a:lnTo>
                  <a:lnTo>
                    <a:pt x="5926" y="14"/>
                  </a:lnTo>
                  <a:lnTo>
                    <a:pt x="5910" y="9"/>
                  </a:lnTo>
                  <a:lnTo>
                    <a:pt x="5893" y="3"/>
                  </a:lnTo>
                  <a:lnTo>
                    <a:pt x="5876" y="2"/>
                  </a:lnTo>
                  <a:lnTo>
                    <a:pt x="5859" y="0"/>
                  </a:lnTo>
                  <a:lnTo>
                    <a:pt x="5859" y="0"/>
                  </a:lnTo>
                  <a:close/>
                </a:path>
              </a:pathLst>
            </a:custGeom>
            <a:solidFill>
              <a:srgbClr val="000000"/>
            </a:solidFill>
            <a:ln>
              <a:noFill/>
            </a:ln>
            <a:effectLst>
              <a:outerShdw blurRad="25400" algn="ctr" rotWithShape="0">
                <a:prstClr val="black">
                  <a:alpha val="61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9" name="9Slide.vn 4">
              <a:extLst>
                <a:ext uri="{FF2B5EF4-FFF2-40B4-BE49-F238E27FC236}">
                  <a16:creationId xmlns:a16="http://schemas.microsoft.com/office/drawing/2014/main" id="{838BE831-98C4-4DA1-B95C-84B293ECEAEE}"/>
                </a:ext>
              </a:extLst>
            </p:cNvPr>
            <p:cNvSpPr>
              <a:spLocks/>
            </p:cNvSpPr>
            <p:nvPr/>
          </p:nvSpPr>
          <p:spPr bwMode="auto">
            <a:xfrm>
              <a:off x="3892550" y="6342063"/>
              <a:ext cx="9520238" cy="441325"/>
            </a:xfrm>
            <a:custGeom>
              <a:avLst/>
              <a:gdLst>
                <a:gd name="T0" fmla="*/ 156 w 5997"/>
                <a:gd name="T1" fmla="*/ 278 h 278"/>
                <a:gd name="T2" fmla="*/ 5842 w 5997"/>
                <a:gd name="T3" fmla="*/ 278 h 278"/>
                <a:gd name="T4" fmla="*/ 5842 w 5997"/>
                <a:gd name="T5" fmla="*/ 278 h 278"/>
                <a:gd name="T6" fmla="*/ 5857 w 5997"/>
                <a:gd name="T7" fmla="*/ 276 h 278"/>
                <a:gd name="T8" fmla="*/ 5872 w 5997"/>
                <a:gd name="T9" fmla="*/ 275 h 278"/>
                <a:gd name="T10" fmla="*/ 5887 w 5997"/>
                <a:gd name="T11" fmla="*/ 269 h 278"/>
                <a:gd name="T12" fmla="*/ 5903 w 5997"/>
                <a:gd name="T13" fmla="*/ 264 h 278"/>
                <a:gd name="T14" fmla="*/ 5916 w 5997"/>
                <a:gd name="T15" fmla="*/ 258 h 278"/>
                <a:gd name="T16" fmla="*/ 5928 w 5997"/>
                <a:gd name="T17" fmla="*/ 251 h 278"/>
                <a:gd name="T18" fmla="*/ 5941 w 5997"/>
                <a:gd name="T19" fmla="*/ 241 h 278"/>
                <a:gd name="T20" fmla="*/ 5951 w 5997"/>
                <a:gd name="T21" fmla="*/ 231 h 278"/>
                <a:gd name="T22" fmla="*/ 5962 w 5997"/>
                <a:gd name="T23" fmla="*/ 221 h 278"/>
                <a:gd name="T24" fmla="*/ 5970 w 5997"/>
                <a:gd name="T25" fmla="*/ 209 h 278"/>
                <a:gd name="T26" fmla="*/ 5978 w 5997"/>
                <a:gd name="T27" fmla="*/ 195 h 278"/>
                <a:gd name="T28" fmla="*/ 5985 w 5997"/>
                <a:gd name="T29" fmla="*/ 182 h 278"/>
                <a:gd name="T30" fmla="*/ 5990 w 5997"/>
                <a:gd name="T31" fmla="*/ 167 h 278"/>
                <a:gd name="T32" fmla="*/ 5993 w 5997"/>
                <a:gd name="T33" fmla="*/ 153 h 278"/>
                <a:gd name="T34" fmla="*/ 5997 w 5997"/>
                <a:gd name="T35" fmla="*/ 137 h 278"/>
                <a:gd name="T36" fmla="*/ 5997 w 5997"/>
                <a:gd name="T37" fmla="*/ 121 h 278"/>
                <a:gd name="T38" fmla="*/ 5997 w 5997"/>
                <a:gd name="T39" fmla="*/ 0 h 278"/>
                <a:gd name="T40" fmla="*/ 0 w 5997"/>
                <a:gd name="T41" fmla="*/ 0 h 278"/>
                <a:gd name="T42" fmla="*/ 0 w 5997"/>
                <a:gd name="T43" fmla="*/ 121 h 278"/>
                <a:gd name="T44" fmla="*/ 0 w 5997"/>
                <a:gd name="T45" fmla="*/ 121 h 278"/>
                <a:gd name="T46" fmla="*/ 2 w 5997"/>
                <a:gd name="T47" fmla="*/ 137 h 278"/>
                <a:gd name="T48" fmla="*/ 3 w 5997"/>
                <a:gd name="T49" fmla="*/ 153 h 278"/>
                <a:gd name="T50" fmla="*/ 8 w 5997"/>
                <a:gd name="T51" fmla="*/ 167 h 278"/>
                <a:gd name="T52" fmla="*/ 13 w 5997"/>
                <a:gd name="T53" fmla="*/ 182 h 278"/>
                <a:gd name="T54" fmla="*/ 20 w 5997"/>
                <a:gd name="T55" fmla="*/ 195 h 278"/>
                <a:gd name="T56" fmla="*/ 27 w 5997"/>
                <a:gd name="T57" fmla="*/ 209 h 278"/>
                <a:gd name="T58" fmla="*/ 37 w 5997"/>
                <a:gd name="T59" fmla="*/ 221 h 278"/>
                <a:gd name="T60" fmla="*/ 47 w 5997"/>
                <a:gd name="T61" fmla="*/ 231 h 278"/>
                <a:gd name="T62" fmla="*/ 57 w 5997"/>
                <a:gd name="T63" fmla="*/ 241 h 278"/>
                <a:gd name="T64" fmla="*/ 69 w 5997"/>
                <a:gd name="T65" fmla="*/ 251 h 278"/>
                <a:gd name="T66" fmla="*/ 82 w 5997"/>
                <a:gd name="T67" fmla="*/ 258 h 278"/>
                <a:gd name="T68" fmla="*/ 96 w 5997"/>
                <a:gd name="T69" fmla="*/ 264 h 278"/>
                <a:gd name="T70" fmla="*/ 109 w 5997"/>
                <a:gd name="T71" fmla="*/ 269 h 278"/>
                <a:gd name="T72" fmla="*/ 124 w 5997"/>
                <a:gd name="T73" fmla="*/ 275 h 278"/>
                <a:gd name="T74" fmla="*/ 141 w 5997"/>
                <a:gd name="T75" fmla="*/ 276 h 278"/>
                <a:gd name="T76" fmla="*/ 156 w 5997"/>
                <a:gd name="T77" fmla="*/ 278 h 278"/>
                <a:gd name="T78" fmla="*/ 156 w 5997"/>
                <a:gd name="T79" fmla="*/ 278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997" h="278">
                  <a:moveTo>
                    <a:pt x="156" y="278"/>
                  </a:moveTo>
                  <a:lnTo>
                    <a:pt x="5842" y="278"/>
                  </a:lnTo>
                  <a:lnTo>
                    <a:pt x="5842" y="278"/>
                  </a:lnTo>
                  <a:lnTo>
                    <a:pt x="5857" y="276"/>
                  </a:lnTo>
                  <a:lnTo>
                    <a:pt x="5872" y="275"/>
                  </a:lnTo>
                  <a:lnTo>
                    <a:pt x="5887" y="269"/>
                  </a:lnTo>
                  <a:lnTo>
                    <a:pt x="5903" y="264"/>
                  </a:lnTo>
                  <a:lnTo>
                    <a:pt x="5916" y="258"/>
                  </a:lnTo>
                  <a:lnTo>
                    <a:pt x="5928" y="251"/>
                  </a:lnTo>
                  <a:lnTo>
                    <a:pt x="5941" y="241"/>
                  </a:lnTo>
                  <a:lnTo>
                    <a:pt x="5951" y="231"/>
                  </a:lnTo>
                  <a:lnTo>
                    <a:pt x="5962" y="221"/>
                  </a:lnTo>
                  <a:lnTo>
                    <a:pt x="5970" y="209"/>
                  </a:lnTo>
                  <a:lnTo>
                    <a:pt x="5978" y="195"/>
                  </a:lnTo>
                  <a:lnTo>
                    <a:pt x="5985" y="182"/>
                  </a:lnTo>
                  <a:lnTo>
                    <a:pt x="5990" y="167"/>
                  </a:lnTo>
                  <a:lnTo>
                    <a:pt x="5993" y="153"/>
                  </a:lnTo>
                  <a:lnTo>
                    <a:pt x="5997" y="137"/>
                  </a:lnTo>
                  <a:lnTo>
                    <a:pt x="5997" y="121"/>
                  </a:lnTo>
                  <a:lnTo>
                    <a:pt x="5997" y="0"/>
                  </a:lnTo>
                  <a:lnTo>
                    <a:pt x="0" y="0"/>
                  </a:lnTo>
                  <a:lnTo>
                    <a:pt x="0" y="121"/>
                  </a:lnTo>
                  <a:lnTo>
                    <a:pt x="0" y="121"/>
                  </a:lnTo>
                  <a:lnTo>
                    <a:pt x="2" y="137"/>
                  </a:lnTo>
                  <a:lnTo>
                    <a:pt x="3" y="153"/>
                  </a:lnTo>
                  <a:lnTo>
                    <a:pt x="8" y="167"/>
                  </a:lnTo>
                  <a:lnTo>
                    <a:pt x="13" y="182"/>
                  </a:lnTo>
                  <a:lnTo>
                    <a:pt x="20" y="195"/>
                  </a:lnTo>
                  <a:lnTo>
                    <a:pt x="27" y="209"/>
                  </a:lnTo>
                  <a:lnTo>
                    <a:pt x="37" y="221"/>
                  </a:lnTo>
                  <a:lnTo>
                    <a:pt x="47" y="231"/>
                  </a:lnTo>
                  <a:lnTo>
                    <a:pt x="57" y="241"/>
                  </a:lnTo>
                  <a:lnTo>
                    <a:pt x="69" y="251"/>
                  </a:lnTo>
                  <a:lnTo>
                    <a:pt x="82" y="258"/>
                  </a:lnTo>
                  <a:lnTo>
                    <a:pt x="96" y="264"/>
                  </a:lnTo>
                  <a:lnTo>
                    <a:pt x="109" y="269"/>
                  </a:lnTo>
                  <a:lnTo>
                    <a:pt x="124" y="275"/>
                  </a:lnTo>
                  <a:lnTo>
                    <a:pt x="141" y="276"/>
                  </a:lnTo>
                  <a:lnTo>
                    <a:pt x="156" y="278"/>
                  </a:lnTo>
                  <a:lnTo>
                    <a:pt x="156" y="278"/>
                  </a:lnTo>
                  <a:close/>
                </a:path>
              </a:pathLst>
            </a:custGeom>
            <a:solidFill>
              <a:srgbClr val="1818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0" name="9Slide.vn 5">
              <a:extLst>
                <a:ext uri="{FF2B5EF4-FFF2-40B4-BE49-F238E27FC236}">
                  <a16:creationId xmlns:a16="http://schemas.microsoft.com/office/drawing/2014/main" id="{9441EC7C-061E-4558-9FF8-E9B0DA0F84AA}"/>
                </a:ext>
              </a:extLst>
            </p:cNvPr>
            <p:cNvSpPr>
              <a:spLocks noChangeArrowheads="1"/>
            </p:cNvSpPr>
            <p:nvPr/>
          </p:nvSpPr>
          <p:spPr bwMode="auto">
            <a:xfrm>
              <a:off x="4205288" y="533400"/>
              <a:ext cx="8897938" cy="5565775"/>
            </a:xfrm>
            <a:prstGeom prst="rect">
              <a:avLst/>
            </a:prstGeom>
            <a:solidFill>
              <a:srgbClr val="26262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1" name="9Slide.vn 6">
              <a:extLst>
                <a:ext uri="{FF2B5EF4-FFF2-40B4-BE49-F238E27FC236}">
                  <a16:creationId xmlns:a16="http://schemas.microsoft.com/office/drawing/2014/main" id="{F4AB6E09-791B-48E7-B2E0-4762432F77AB}"/>
                </a:ext>
              </a:extLst>
            </p:cNvPr>
            <p:cNvSpPr>
              <a:spLocks/>
            </p:cNvSpPr>
            <p:nvPr/>
          </p:nvSpPr>
          <p:spPr bwMode="auto">
            <a:xfrm>
              <a:off x="2738438" y="6618288"/>
              <a:ext cx="11828463" cy="239713"/>
            </a:xfrm>
            <a:custGeom>
              <a:avLst/>
              <a:gdLst>
                <a:gd name="T0" fmla="*/ 7451 w 7451"/>
                <a:gd name="T1" fmla="*/ 0 h 151"/>
                <a:gd name="T2" fmla="*/ 4441 w 7451"/>
                <a:gd name="T3" fmla="*/ 1 h 151"/>
                <a:gd name="T4" fmla="*/ 4381 w 7451"/>
                <a:gd name="T5" fmla="*/ 35 h 151"/>
                <a:gd name="T6" fmla="*/ 3097 w 7451"/>
                <a:gd name="T7" fmla="*/ 35 h 151"/>
                <a:gd name="T8" fmla="*/ 3020 w 7451"/>
                <a:gd name="T9" fmla="*/ 1 h 151"/>
                <a:gd name="T10" fmla="*/ 0 w 7451"/>
                <a:gd name="T11" fmla="*/ 0 h 151"/>
                <a:gd name="T12" fmla="*/ 0 w 7451"/>
                <a:gd name="T13" fmla="*/ 35 h 151"/>
                <a:gd name="T14" fmla="*/ 0 w 7451"/>
                <a:gd name="T15" fmla="*/ 35 h 151"/>
                <a:gd name="T16" fmla="*/ 61 w 7451"/>
                <a:gd name="T17" fmla="*/ 53 h 151"/>
                <a:gd name="T18" fmla="*/ 98 w 7451"/>
                <a:gd name="T19" fmla="*/ 65 h 151"/>
                <a:gd name="T20" fmla="*/ 140 w 7451"/>
                <a:gd name="T21" fmla="*/ 75 h 151"/>
                <a:gd name="T22" fmla="*/ 140 w 7451"/>
                <a:gd name="T23" fmla="*/ 75 h 151"/>
                <a:gd name="T24" fmla="*/ 168 w 7451"/>
                <a:gd name="T25" fmla="*/ 82 h 151"/>
                <a:gd name="T26" fmla="*/ 216 w 7451"/>
                <a:gd name="T27" fmla="*/ 90 h 151"/>
                <a:gd name="T28" fmla="*/ 286 w 7451"/>
                <a:gd name="T29" fmla="*/ 102 h 151"/>
                <a:gd name="T30" fmla="*/ 384 w 7451"/>
                <a:gd name="T31" fmla="*/ 114 h 151"/>
                <a:gd name="T32" fmla="*/ 384 w 7451"/>
                <a:gd name="T33" fmla="*/ 114 h 151"/>
                <a:gd name="T34" fmla="*/ 438 w 7451"/>
                <a:gd name="T35" fmla="*/ 121 h 151"/>
                <a:gd name="T36" fmla="*/ 510 w 7451"/>
                <a:gd name="T37" fmla="*/ 127 h 151"/>
                <a:gd name="T38" fmla="*/ 601 w 7451"/>
                <a:gd name="T39" fmla="*/ 134 h 151"/>
                <a:gd name="T40" fmla="*/ 707 w 7451"/>
                <a:gd name="T41" fmla="*/ 141 h 151"/>
                <a:gd name="T42" fmla="*/ 707 w 7451"/>
                <a:gd name="T43" fmla="*/ 141 h 151"/>
                <a:gd name="T44" fmla="*/ 838 w 7451"/>
                <a:gd name="T45" fmla="*/ 146 h 151"/>
                <a:gd name="T46" fmla="*/ 924 w 7451"/>
                <a:gd name="T47" fmla="*/ 148 h 151"/>
                <a:gd name="T48" fmla="*/ 924 w 7451"/>
                <a:gd name="T49" fmla="*/ 148 h 151"/>
                <a:gd name="T50" fmla="*/ 1195 w 7451"/>
                <a:gd name="T51" fmla="*/ 149 h 151"/>
                <a:gd name="T52" fmla="*/ 1718 w 7451"/>
                <a:gd name="T53" fmla="*/ 151 h 151"/>
                <a:gd name="T54" fmla="*/ 3188 w 7451"/>
                <a:gd name="T55" fmla="*/ 151 h 151"/>
                <a:gd name="T56" fmla="*/ 5479 w 7451"/>
                <a:gd name="T57" fmla="*/ 149 h 151"/>
                <a:gd name="T58" fmla="*/ 5479 w 7451"/>
                <a:gd name="T59" fmla="*/ 149 h 151"/>
                <a:gd name="T60" fmla="*/ 5921 w 7451"/>
                <a:gd name="T61" fmla="*/ 151 h 151"/>
                <a:gd name="T62" fmla="*/ 6244 w 7451"/>
                <a:gd name="T63" fmla="*/ 151 h 151"/>
                <a:gd name="T64" fmla="*/ 6529 w 7451"/>
                <a:gd name="T65" fmla="*/ 148 h 151"/>
                <a:gd name="T66" fmla="*/ 6529 w 7451"/>
                <a:gd name="T67" fmla="*/ 148 h 151"/>
                <a:gd name="T68" fmla="*/ 6613 w 7451"/>
                <a:gd name="T69" fmla="*/ 146 h 151"/>
                <a:gd name="T70" fmla="*/ 6744 w 7451"/>
                <a:gd name="T71" fmla="*/ 141 h 151"/>
                <a:gd name="T72" fmla="*/ 6744 w 7451"/>
                <a:gd name="T73" fmla="*/ 141 h 151"/>
                <a:gd name="T74" fmla="*/ 6852 w 7451"/>
                <a:gd name="T75" fmla="*/ 134 h 151"/>
                <a:gd name="T76" fmla="*/ 6941 w 7451"/>
                <a:gd name="T77" fmla="*/ 127 h 151"/>
                <a:gd name="T78" fmla="*/ 7015 w 7451"/>
                <a:gd name="T79" fmla="*/ 121 h 151"/>
                <a:gd name="T80" fmla="*/ 7069 w 7451"/>
                <a:gd name="T81" fmla="*/ 114 h 151"/>
                <a:gd name="T82" fmla="*/ 7069 w 7451"/>
                <a:gd name="T83" fmla="*/ 114 h 151"/>
                <a:gd name="T84" fmla="*/ 7166 w 7451"/>
                <a:gd name="T85" fmla="*/ 102 h 151"/>
                <a:gd name="T86" fmla="*/ 7237 w 7451"/>
                <a:gd name="T87" fmla="*/ 90 h 151"/>
                <a:gd name="T88" fmla="*/ 7284 w 7451"/>
                <a:gd name="T89" fmla="*/ 82 h 151"/>
                <a:gd name="T90" fmla="*/ 7313 w 7451"/>
                <a:gd name="T91" fmla="*/ 75 h 151"/>
                <a:gd name="T92" fmla="*/ 7313 w 7451"/>
                <a:gd name="T93" fmla="*/ 75 h 151"/>
                <a:gd name="T94" fmla="*/ 7353 w 7451"/>
                <a:gd name="T95" fmla="*/ 65 h 151"/>
                <a:gd name="T96" fmla="*/ 7390 w 7451"/>
                <a:gd name="T97" fmla="*/ 53 h 151"/>
                <a:gd name="T98" fmla="*/ 7451 w 7451"/>
                <a:gd name="T99" fmla="*/ 35 h 151"/>
                <a:gd name="T100" fmla="*/ 7451 w 7451"/>
                <a:gd name="T101"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451" h="151">
                  <a:moveTo>
                    <a:pt x="7451" y="0"/>
                  </a:moveTo>
                  <a:lnTo>
                    <a:pt x="4441" y="1"/>
                  </a:lnTo>
                  <a:lnTo>
                    <a:pt x="4381" y="35"/>
                  </a:lnTo>
                  <a:lnTo>
                    <a:pt x="3097" y="35"/>
                  </a:lnTo>
                  <a:lnTo>
                    <a:pt x="3020" y="1"/>
                  </a:lnTo>
                  <a:lnTo>
                    <a:pt x="0" y="0"/>
                  </a:lnTo>
                  <a:lnTo>
                    <a:pt x="0" y="35"/>
                  </a:lnTo>
                  <a:lnTo>
                    <a:pt x="0" y="35"/>
                  </a:lnTo>
                  <a:lnTo>
                    <a:pt x="61" y="53"/>
                  </a:lnTo>
                  <a:lnTo>
                    <a:pt x="98" y="65"/>
                  </a:lnTo>
                  <a:lnTo>
                    <a:pt x="140" y="75"/>
                  </a:lnTo>
                  <a:lnTo>
                    <a:pt x="140" y="75"/>
                  </a:lnTo>
                  <a:lnTo>
                    <a:pt x="168" y="82"/>
                  </a:lnTo>
                  <a:lnTo>
                    <a:pt x="216" y="90"/>
                  </a:lnTo>
                  <a:lnTo>
                    <a:pt x="286" y="102"/>
                  </a:lnTo>
                  <a:lnTo>
                    <a:pt x="384" y="114"/>
                  </a:lnTo>
                  <a:lnTo>
                    <a:pt x="384" y="114"/>
                  </a:lnTo>
                  <a:lnTo>
                    <a:pt x="438" y="121"/>
                  </a:lnTo>
                  <a:lnTo>
                    <a:pt x="510" y="127"/>
                  </a:lnTo>
                  <a:lnTo>
                    <a:pt x="601" y="134"/>
                  </a:lnTo>
                  <a:lnTo>
                    <a:pt x="707" y="141"/>
                  </a:lnTo>
                  <a:lnTo>
                    <a:pt x="707" y="141"/>
                  </a:lnTo>
                  <a:lnTo>
                    <a:pt x="838" y="146"/>
                  </a:lnTo>
                  <a:lnTo>
                    <a:pt x="924" y="148"/>
                  </a:lnTo>
                  <a:lnTo>
                    <a:pt x="924" y="148"/>
                  </a:lnTo>
                  <a:lnTo>
                    <a:pt x="1195" y="149"/>
                  </a:lnTo>
                  <a:lnTo>
                    <a:pt x="1718" y="151"/>
                  </a:lnTo>
                  <a:lnTo>
                    <a:pt x="3188" y="151"/>
                  </a:lnTo>
                  <a:lnTo>
                    <a:pt x="5479" y="149"/>
                  </a:lnTo>
                  <a:lnTo>
                    <a:pt x="5479" y="149"/>
                  </a:lnTo>
                  <a:lnTo>
                    <a:pt x="5921" y="151"/>
                  </a:lnTo>
                  <a:lnTo>
                    <a:pt x="6244" y="151"/>
                  </a:lnTo>
                  <a:lnTo>
                    <a:pt x="6529" y="148"/>
                  </a:lnTo>
                  <a:lnTo>
                    <a:pt x="6529" y="148"/>
                  </a:lnTo>
                  <a:lnTo>
                    <a:pt x="6613" y="146"/>
                  </a:lnTo>
                  <a:lnTo>
                    <a:pt x="6744" y="141"/>
                  </a:lnTo>
                  <a:lnTo>
                    <a:pt x="6744" y="141"/>
                  </a:lnTo>
                  <a:lnTo>
                    <a:pt x="6852" y="134"/>
                  </a:lnTo>
                  <a:lnTo>
                    <a:pt x="6941" y="127"/>
                  </a:lnTo>
                  <a:lnTo>
                    <a:pt x="7015" y="121"/>
                  </a:lnTo>
                  <a:lnTo>
                    <a:pt x="7069" y="114"/>
                  </a:lnTo>
                  <a:lnTo>
                    <a:pt x="7069" y="114"/>
                  </a:lnTo>
                  <a:lnTo>
                    <a:pt x="7166" y="102"/>
                  </a:lnTo>
                  <a:lnTo>
                    <a:pt x="7237" y="90"/>
                  </a:lnTo>
                  <a:lnTo>
                    <a:pt x="7284" y="82"/>
                  </a:lnTo>
                  <a:lnTo>
                    <a:pt x="7313" y="75"/>
                  </a:lnTo>
                  <a:lnTo>
                    <a:pt x="7313" y="75"/>
                  </a:lnTo>
                  <a:lnTo>
                    <a:pt x="7353" y="65"/>
                  </a:lnTo>
                  <a:lnTo>
                    <a:pt x="7390" y="53"/>
                  </a:lnTo>
                  <a:lnTo>
                    <a:pt x="7451" y="35"/>
                  </a:lnTo>
                  <a:lnTo>
                    <a:pt x="7451" y="0"/>
                  </a:lnTo>
                  <a:close/>
                </a:path>
              </a:pathLst>
            </a:custGeom>
            <a:solidFill>
              <a:srgbClr val="A5A6A8"/>
            </a:solidFill>
            <a:ln>
              <a:noFill/>
            </a:ln>
            <a:effectLst>
              <a:innerShdw blurRad="114300">
                <a:prstClr val="black">
                  <a:alpha val="7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2" name="9Slide.vn 7">
              <a:extLst>
                <a:ext uri="{FF2B5EF4-FFF2-40B4-BE49-F238E27FC236}">
                  <a16:creationId xmlns:a16="http://schemas.microsoft.com/office/drawing/2014/main" id="{FF3498DC-8213-4932-9704-8122CCB4C5A1}"/>
                </a:ext>
              </a:extLst>
            </p:cNvPr>
            <p:cNvSpPr>
              <a:spLocks/>
            </p:cNvSpPr>
            <p:nvPr/>
          </p:nvSpPr>
          <p:spPr bwMode="auto">
            <a:xfrm>
              <a:off x="2738438" y="6618288"/>
              <a:ext cx="11828463" cy="55563"/>
            </a:xfrm>
            <a:custGeom>
              <a:avLst/>
              <a:gdLst>
                <a:gd name="T0" fmla="*/ 7451 w 7451"/>
                <a:gd name="T1" fmla="*/ 35 h 35"/>
                <a:gd name="T2" fmla="*/ 0 w 7451"/>
                <a:gd name="T3" fmla="*/ 35 h 35"/>
                <a:gd name="T4" fmla="*/ 0 w 7451"/>
                <a:gd name="T5" fmla="*/ 0 h 35"/>
                <a:gd name="T6" fmla="*/ 3020 w 7451"/>
                <a:gd name="T7" fmla="*/ 0 h 35"/>
                <a:gd name="T8" fmla="*/ 3047 w 7451"/>
                <a:gd name="T9" fmla="*/ 18 h 35"/>
                <a:gd name="T10" fmla="*/ 4413 w 7451"/>
                <a:gd name="T11" fmla="*/ 18 h 35"/>
                <a:gd name="T12" fmla="*/ 4441 w 7451"/>
                <a:gd name="T13" fmla="*/ 0 h 35"/>
                <a:gd name="T14" fmla="*/ 7451 w 7451"/>
                <a:gd name="T15" fmla="*/ 0 h 35"/>
                <a:gd name="T16" fmla="*/ 7451 w 7451"/>
                <a:gd name="T17"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51" h="35">
                  <a:moveTo>
                    <a:pt x="7451" y="35"/>
                  </a:moveTo>
                  <a:lnTo>
                    <a:pt x="0" y="35"/>
                  </a:lnTo>
                  <a:lnTo>
                    <a:pt x="0" y="0"/>
                  </a:lnTo>
                  <a:lnTo>
                    <a:pt x="3020" y="0"/>
                  </a:lnTo>
                  <a:lnTo>
                    <a:pt x="3047" y="18"/>
                  </a:lnTo>
                  <a:lnTo>
                    <a:pt x="4413" y="18"/>
                  </a:lnTo>
                  <a:lnTo>
                    <a:pt x="4441" y="0"/>
                  </a:lnTo>
                  <a:lnTo>
                    <a:pt x="7451" y="0"/>
                  </a:lnTo>
                  <a:lnTo>
                    <a:pt x="7451" y="35"/>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gs>
                <a:gs pos="9000">
                  <a:srgbClr val="DFE0E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3" name="9Slide.vn 8">
              <a:extLst>
                <a:ext uri="{FF2B5EF4-FFF2-40B4-BE49-F238E27FC236}">
                  <a16:creationId xmlns:a16="http://schemas.microsoft.com/office/drawing/2014/main" id="{344E556A-A4C9-4D98-B474-D2B99294DACD}"/>
                </a:ext>
              </a:extLst>
            </p:cNvPr>
            <p:cNvSpPr>
              <a:spLocks/>
            </p:cNvSpPr>
            <p:nvPr/>
          </p:nvSpPr>
          <p:spPr bwMode="auto">
            <a:xfrm>
              <a:off x="7524750" y="6619875"/>
              <a:ext cx="2255838" cy="90488"/>
            </a:xfrm>
            <a:custGeom>
              <a:avLst/>
              <a:gdLst>
                <a:gd name="T0" fmla="*/ 1389 w 1421"/>
                <a:gd name="T1" fmla="*/ 2 h 57"/>
                <a:gd name="T2" fmla="*/ 32 w 1421"/>
                <a:gd name="T3" fmla="*/ 2 h 57"/>
                <a:gd name="T4" fmla="*/ 32 w 1421"/>
                <a:gd name="T5" fmla="*/ 2 h 57"/>
                <a:gd name="T6" fmla="*/ 17 w 1421"/>
                <a:gd name="T7" fmla="*/ 2 h 57"/>
                <a:gd name="T8" fmla="*/ 0 w 1421"/>
                <a:gd name="T9" fmla="*/ 0 h 57"/>
                <a:gd name="T10" fmla="*/ 0 w 1421"/>
                <a:gd name="T11" fmla="*/ 34 h 57"/>
                <a:gd name="T12" fmla="*/ 0 w 1421"/>
                <a:gd name="T13" fmla="*/ 34 h 57"/>
                <a:gd name="T14" fmla="*/ 20 w 1421"/>
                <a:gd name="T15" fmla="*/ 44 h 57"/>
                <a:gd name="T16" fmla="*/ 42 w 1421"/>
                <a:gd name="T17" fmla="*/ 51 h 57"/>
                <a:gd name="T18" fmla="*/ 64 w 1421"/>
                <a:gd name="T19" fmla="*/ 56 h 57"/>
                <a:gd name="T20" fmla="*/ 85 w 1421"/>
                <a:gd name="T21" fmla="*/ 57 h 57"/>
                <a:gd name="T22" fmla="*/ 1337 w 1421"/>
                <a:gd name="T23" fmla="*/ 57 h 57"/>
                <a:gd name="T24" fmla="*/ 1337 w 1421"/>
                <a:gd name="T25" fmla="*/ 57 h 57"/>
                <a:gd name="T26" fmla="*/ 1359 w 1421"/>
                <a:gd name="T27" fmla="*/ 56 h 57"/>
                <a:gd name="T28" fmla="*/ 1381 w 1421"/>
                <a:gd name="T29" fmla="*/ 51 h 57"/>
                <a:gd name="T30" fmla="*/ 1401 w 1421"/>
                <a:gd name="T31" fmla="*/ 44 h 57"/>
                <a:gd name="T32" fmla="*/ 1421 w 1421"/>
                <a:gd name="T33" fmla="*/ 34 h 57"/>
                <a:gd name="T34" fmla="*/ 1421 w 1421"/>
                <a:gd name="T35" fmla="*/ 0 h 57"/>
                <a:gd name="T36" fmla="*/ 1421 w 1421"/>
                <a:gd name="T37" fmla="*/ 0 h 57"/>
                <a:gd name="T38" fmla="*/ 1406 w 1421"/>
                <a:gd name="T39" fmla="*/ 2 h 57"/>
                <a:gd name="T40" fmla="*/ 1389 w 1421"/>
                <a:gd name="T41" fmla="*/ 2 h 57"/>
                <a:gd name="T42" fmla="*/ 1389 w 1421"/>
                <a:gd name="T43" fmla="*/ 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21" h="57">
                  <a:moveTo>
                    <a:pt x="1389" y="2"/>
                  </a:moveTo>
                  <a:lnTo>
                    <a:pt x="32" y="2"/>
                  </a:lnTo>
                  <a:lnTo>
                    <a:pt x="32" y="2"/>
                  </a:lnTo>
                  <a:lnTo>
                    <a:pt x="17" y="2"/>
                  </a:lnTo>
                  <a:lnTo>
                    <a:pt x="0" y="0"/>
                  </a:lnTo>
                  <a:lnTo>
                    <a:pt x="0" y="34"/>
                  </a:lnTo>
                  <a:lnTo>
                    <a:pt x="0" y="34"/>
                  </a:lnTo>
                  <a:lnTo>
                    <a:pt x="20" y="44"/>
                  </a:lnTo>
                  <a:lnTo>
                    <a:pt x="42" y="51"/>
                  </a:lnTo>
                  <a:lnTo>
                    <a:pt x="64" y="56"/>
                  </a:lnTo>
                  <a:lnTo>
                    <a:pt x="85" y="57"/>
                  </a:lnTo>
                  <a:lnTo>
                    <a:pt x="1337" y="57"/>
                  </a:lnTo>
                  <a:lnTo>
                    <a:pt x="1337" y="57"/>
                  </a:lnTo>
                  <a:lnTo>
                    <a:pt x="1359" y="56"/>
                  </a:lnTo>
                  <a:lnTo>
                    <a:pt x="1381" y="51"/>
                  </a:lnTo>
                  <a:lnTo>
                    <a:pt x="1401" y="44"/>
                  </a:lnTo>
                  <a:lnTo>
                    <a:pt x="1421" y="34"/>
                  </a:lnTo>
                  <a:lnTo>
                    <a:pt x="1421" y="0"/>
                  </a:lnTo>
                  <a:lnTo>
                    <a:pt x="1421" y="0"/>
                  </a:lnTo>
                  <a:lnTo>
                    <a:pt x="1406" y="2"/>
                  </a:lnTo>
                  <a:lnTo>
                    <a:pt x="1389" y="2"/>
                  </a:lnTo>
                  <a:lnTo>
                    <a:pt x="1389" y="2"/>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lumMod val="95000"/>
                  </a:srgbClr>
                </a:gs>
                <a:gs pos="9000">
                  <a:srgbClr val="DFE0E1">
                    <a:lumMod val="9500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grpSp>
      <p:sp>
        <p:nvSpPr>
          <p:cNvPr id="5" name="Picture Placeholder 4"/>
          <p:cNvSpPr>
            <a:spLocks noGrp="1"/>
          </p:cNvSpPr>
          <p:nvPr>
            <p:ph type="pic" sz="quarter" idx="12" hasCustomPrompt="1"/>
          </p:nvPr>
        </p:nvSpPr>
        <p:spPr>
          <a:xfrm>
            <a:off x="3219450" y="1400175"/>
            <a:ext cx="5762625" cy="3600450"/>
          </a:xfrm>
          <a:solidFill>
            <a:schemeClr val="bg1">
              <a:lumMod val="95000"/>
            </a:schemeClr>
          </a:solidFill>
        </p:spPr>
        <p:txBody>
          <a:bodyPr anchor="ctr" anchorCtr="0"/>
          <a:lstStyle>
            <a:lvl1pPr marL="0" indent="0" algn="ctr">
              <a:buNone/>
              <a:defRPr/>
            </a:lvl1pPr>
          </a:lstStyle>
          <a:p>
            <a:r>
              <a:rPr lang="en-US"/>
              <a:t>Thêm ảnh</a:t>
            </a:r>
          </a:p>
        </p:txBody>
      </p:sp>
      <p:pic>
        <p:nvPicPr>
          <p:cNvPr id="29" name="Picture 28"/>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66F8249F-933F-27B4-037F-1BE57AC729C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B72D8527-F93B-EB58-7740-2C078C40D098}"/>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B02B52FF-C488-9746-1718-20EBF7C6F693}"/>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5C91F8AA-07ED-7376-C0C8-2331E007AE38}"/>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A998A477-5FFB-8A7A-8F05-0A80F04AEFB7}"/>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81725ED5-67ED-5B9A-3DCA-1DE0F4C58341}"/>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4E9266B7-33A3-424D-B662-BE0A9937A840}"/>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A686A9F9-4156-B900-5857-6016C3E85FAB}"/>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9D0D5907-9052-863A-8BCC-EF17800E64D9}"/>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BF2144C9-292D-3866-E801-4F565FEE1A80}"/>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4" name="Footer Placeholder 4">
            <a:extLst>
              <a:ext uri="{FF2B5EF4-FFF2-40B4-BE49-F238E27FC236}">
                <a16:creationId xmlns:a16="http://schemas.microsoft.com/office/drawing/2014/main" id="{9BEA6383-5223-C237-6EF3-C8B51BE5EDA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6215344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acbook 2">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FDADA73C-32DA-6364-6627-ED34BFEF2D0C}"/>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2642247" y="1727802"/>
            <a:ext cx="3453753" cy="3402396"/>
          </a:xfrm>
          <a:prstGeom prst="rect">
            <a:avLst/>
          </a:prstGeom>
        </p:spPr>
      </p:pic>
      <p:grpSp>
        <p:nvGrpSpPr>
          <p:cNvPr id="10" name="9Slide.vn 1">
            <a:extLst>
              <a:ext uri="{FF2B5EF4-FFF2-40B4-BE49-F238E27FC236}">
                <a16:creationId xmlns:a16="http://schemas.microsoft.com/office/drawing/2014/main" id="{2946107B-86B5-4108-B9D9-FBE88B6AF6A9}"/>
              </a:ext>
            </a:extLst>
          </p:cNvPr>
          <p:cNvGrpSpPr/>
          <p:nvPr userDrawn="1"/>
        </p:nvGrpSpPr>
        <p:grpSpPr>
          <a:xfrm>
            <a:off x="5868547" y="1080007"/>
            <a:ext cx="7666588" cy="4425443"/>
            <a:chOff x="2738438" y="30163"/>
            <a:chExt cx="11828463" cy="6827838"/>
          </a:xfrm>
        </p:grpSpPr>
        <p:sp>
          <p:nvSpPr>
            <p:cNvPr id="17" name="9Slide.vn 2">
              <a:extLst>
                <a:ext uri="{FF2B5EF4-FFF2-40B4-BE49-F238E27FC236}">
                  <a16:creationId xmlns:a16="http://schemas.microsoft.com/office/drawing/2014/main" id="{4C6E1B3E-70F8-4E17-8666-2C90A7910CF5}"/>
                </a:ext>
              </a:extLst>
            </p:cNvPr>
            <p:cNvSpPr>
              <a:spLocks/>
            </p:cNvSpPr>
            <p:nvPr/>
          </p:nvSpPr>
          <p:spPr bwMode="auto">
            <a:xfrm>
              <a:off x="3821113" y="30163"/>
              <a:ext cx="9663113" cy="6823075"/>
            </a:xfrm>
            <a:custGeom>
              <a:avLst/>
              <a:gdLst>
                <a:gd name="T0" fmla="*/ 201 w 6087"/>
                <a:gd name="T1" fmla="*/ 4298 h 4298"/>
                <a:gd name="T2" fmla="*/ 181 w 6087"/>
                <a:gd name="T3" fmla="*/ 4298 h 4298"/>
                <a:gd name="T4" fmla="*/ 141 w 6087"/>
                <a:gd name="T5" fmla="*/ 4289 h 4298"/>
                <a:gd name="T6" fmla="*/ 106 w 6087"/>
                <a:gd name="T7" fmla="*/ 4274 h 4298"/>
                <a:gd name="T8" fmla="*/ 74 w 6087"/>
                <a:gd name="T9" fmla="*/ 4252 h 4298"/>
                <a:gd name="T10" fmla="*/ 47 w 6087"/>
                <a:gd name="T11" fmla="*/ 4225 h 4298"/>
                <a:gd name="T12" fmla="*/ 25 w 6087"/>
                <a:gd name="T13" fmla="*/ 4193 h 4298"/>
                <a:gd name="T14" fmla="*/ 10 w 6087"/>
                <a:gd name="T15" fmla="*/ 4158 h 4298"/>
                <a:gd name="T16" fmla="*/ 1 w 6087"/>
                <a:gd name="T17" fmla="*/ 4118 h 4298"/>
                <a:gd name="T18" fmla="*/ 0 w 6087"/>
                <a:gd name="T19" fmla="*/ 201 h 4298"/>
                <a:gd name="T20" fmla="*/ 1 w 6087"/>
                <a:gd name="T21" fmla="*/ 181 h 4298"/>
                <a:gd name="T22" fmla="*/ 10 w 6087"/>
                <a:gd name="T23" fmla="*/ 141 h 4298"/>
                <a:gd name="T24" fmla="*/ 25 w 6087"/>
                <a:gd name="T25" fmla="*/ 105 h 4298"/>
                <a:gd name="T26" fmla="*/ 47 w 6087"/>
                <a:gd name="T27" fmla="*/ 74 h 4298"/>
                <a:gd name="T28" fmla="*/ 74 w 6087"/>
                <a:gd name="T29" fmla="*/ 47 h 4298"/>
                <a:gd name="T30" fmla="*/ 106 w 6087"/>
                <a:gd name="T31" fmla="*/ 25 h 4298"/>
                <a:gd name="T32" fmla="*/ 141 w 6087"/>
                <a:gd name="T33" fmla="*/ 10 h 4298"/>
                <a:gd name="T34" fmla="*/ 181 w 6087"/>
                <a:gd name="T35" fmla="*/ 1 h 4298"/>
                <a:gd name="T36" fmla="*/ 5887 w 6087"/>
                <a:gd name="T37" fmla="*/ 0 h 4298"/>
                <a:gd name="T38" fmla="*/ 5907 w 6087"/>
                <a:gd name="T39" fmla="*/ 1 h 4298"/>
                <a:gd name="T40" fmla="*/ 5946 w 6087"/>
                <a:gd name="T41" fmla="*/ 10 h 4298"/>
                <a:gd name="T42" fmla="*/ 5983 w 6087"/>
                <a:gd name="T43" fmla="*/ 25 h 4298"/>
                <a:gd name="T44" fmla="*/ 6015 w 6087"/>
                <a:gd name="T45" fmla="*/ 47 h 4298"/>
                <a:gd name="T46" fmla="*/ 6042 w 6087"/>
                <a:gd name="T47" fmla="*/ 74 h 4298"/>
                <a:gd name="T48" fmla="*/ 6064 w 6087"/>
                <a:gd name="T49" fmla="*/ 105 h 4298"/>
                <a:gd name="T50" fmla="*/ 6079 w 6087"/>
                <a:gd name="T51" fmla="*/ 141 h 4298"/>
                <a:gd name="T52" fmla="*/ 6087 w 6087"/>
                <a:gd name="T53" fmla="*/ 181 h 4298"/>
                <a:gd name="T54" fmla="*/ 6087 w 6087"/>
                <a:gd name="T55" fmla="*/ 4097 h 4298"/>
                <a:gd name="T56" fmla="*/ 6087 w 6087"/>
                <a:gd name="T57" fmla="*/ 4118 h 4298"/>
                <a:gd name="T58" fmla="*/ 6079 w 6087"/>
                <a:gd name="T59" fmla="*/ 4158 h 4298"/>
                <a:gd name="T60" fmla="*/ 6064 w 6087"/>
                <a:gd name="T61" fmla="*/ 4193 h 4298"/>
                <a:gd name="T62" fmla="*/ 6042 w 6087"/>
                <a:gd name="T63" fmla="*/ 4225 h 4298"/>
                <a:gd name="T64" fmla="*/ 6015 w 6087"/>
                <a:gd name="T65" fmla="*/ 4252 h 4298"/>
                <a:gd name="T66" fmla="*/ 5983 w 6087"/>
                <a:gd name="T67" fmla="*/ 4274 h 4298"/>
                <a:gd name="T68" fmla="*/ 5946 w 6087"/>
                <a:gd name="T69" fmla="*/ 4289 h 4298"/>
                <a:gd name="T70" fmla="*/ 5907 w 6087"/>
                <a:gd name="T71" fmla="*/ 4298 h 4298"/>
                <a:gd name="T72" fmla="*/ 5887 w 6087"/>
                <a:gd name="T73" fmla="*/ 4298 h 4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87" h="4298">
                  <a:moveTo>
                    <a:pt x="5887" y="4298"/>
                  </a:moveTo>
                  <a:lnTo>
                    <a:pt x="201" y="4298"/>
                  </a:lnTo>
                  <a:lnTo>
                    <a:pt x="201" y="4298"/>
                  </a:lnTo>
                  <a:lnTo>
                    <a:pt x="181" y="4298"/>
                  </a:lnTo>
                  <a:lnTo>
                    <a:pt x="161" y="4294"/>
                  </a:lnTo>
                  <a:lnTo>
                    <a:pt x="141" y="4289"/>
                  </a:lnTo>
                  <a:lnTo>
                    <a:pt x="122" y="4282"/>
                  </a:lnTo>
                  <a:lnTo>
                    <a:pt x="106" y="4274"/>
                  </a:lnTo>
                  <a:lnTo>
                    <a:pt x="89" y="4264"/>
                  </a:lnTo>
                  <a:lnTo>
                    <a:pt x="74" y="4252"/>
                  </a:lnTo>
                  <a:lnTo>
                    <a:pt x="58" y="4239"/>
                  </a:lnTo>
                  <a:lnTo>
                    <a:pt x="47" y="4225"/>
                  </a:lnTo>
                  <a:lnTo>
                    <a:pt x="35" y="4210"/>
                  </a:lnTo>
                  <a:lnTo>
                    <a:pt x="25" y="4193"/>
                  </a:lnTo>
                  <a:lnTo>
                    <a:pt x="16" y="4177"/>
                  </a:lnTo>
                  <a:lnTo>
                    <a:pt x="10" y="4158"/>
                  </a:lnTo>
                  <a:lnTo>
                    <a:pt x="5" y="4138"/>
                  </a:lnTo>
                  <a:lnTo>
                    <a:pt x="1" y="4118"/>
                  </a:lnTo>
                  <a:lnTo>
                    <a:pt x="0" y="4097"/>
                  </a:lnTo>
                  <a:lnTo>
                    <a:pt x="0" y="201"/>
                  </a:lnTo>
                  <a:lnTo>
                    <a:pt x="0" y="201"/>
                  </a:lnTo>
                  <a:lnTo>
                    <a:pt x="1" y="181"/>
                  </a:lnTo>
                  <a:lnTo>
                    <a:pt x="5" y="161"/>
                  </a:lnTo>
                  <a:lnTo>
                    <a:pt x="10" y="141"/>
                  </a:lnTo>
                  <a:lnTo>
                    <a:pt x="16" y="122"/>
                  </a:lnTo>
                  <a:lnTo>
                    <a:pt x="25" y="105"/>
                  </a:lnTo>
                  <a:lnTo>
                    <a:pt x="35" y="89"/>
                  </a:lnTo>
                  <a:lnTo>
                    <a:pt x="47" y="74"/>
                  </a:lnTo>
                  <a:lnTo>
                    <a:pt x="58" y="58"/>
                  </a:lnTo>
                  <a:lnTo>
                    <a:pt x="74" y="47"/>
                  </a:lnTo>
                  <a:lnTo>
                    <a:pt x="89" y="35"/>
                  </a:lnTo>
                  <a:lnTo>
                    <a:pt x="106" y="25"/>
                  </a:lnTo>
                  <a:lnTo>
                    <a:pt x="122" y="16"/>
                  </a:lnTo>
                  <a:lnTo>
                    <a:pt x="141" y="10"/>
                  </a:lnTo>
                  <a:lnTo>
                    <a:pt x="161" y="5"/>
                  </a:lnTo>
                  <a:lnTo>
                    <a:pt x="181" y="1"/>
                  </a:lnTo>
                  <a:lnTo>
                    <a:pt x="201" y="0"/>
                  </a:lnTo>
                  <a:lnTo>
                    <a:pt x="5887" y="0"/>
                  </a:lnTo>
                  <a:lnTo>
                    <a:pt x="5887" y="0"/>
                  </a:lnTo>
                  <a:lnTo>
                    <a:pt x="5907" y="1"/>
                  </a:lnTo>
                  <a:lnTo>
                    <a:pt x="5927" y="5"/>
                  </a:lnTo>
                  <a:lnTo>
                    <a:pt x="5946" y="10"/>
                  </a:lnTo>
                  <a:lnTo>
                    <a:pt x="5964" y="16"/>
                  </a:lnTo>
                  <a:lnTo>
                    <a:pt x="5983" y="25"/>
                  </a:lnTo>
                  <a:lnTo>
                    <a:pt x="6000" y="35"/>
                  </a:lnTo>
                  <a:lnTo>
                    <a:pt x="6015" y="47"/>
                  </a:lnTo>
                  <a:lnTo>
                    <a:pt x="6028" y="58"/>
                  </a:lnTo>
                  <a:lnTo>
                    <a:pt x="6042" y="74"/>
                  </a:lnTo>
                  <a:lnTo>
                    <a:pt x="6054" y="89"/>
                  </a:lnTo>
                  <a:lnTo>
                    <a:pt x="6064" y="105"/>
                  </a:lnTo>
                  <a:lnTo>
                    <a:pt x="6072" y="122"/>
                  </a:lnTo>
                  <a:lnTo>
                    <a:pt x="6079" y="141"/>
                  </a:lnTo>
                  <a:lnTo>
                    <a:pt x="6084" y="161"/>
                  </a:lnTo>
                  <a:lnTo>
                    <a:pt x="6087" y="181"/>
                  </a:lnTo>
                  <a:lnTo>
                    <a:pt x="6087" y="201"/>
                  </a:lnTo>
                  <a:lnTo>
                    <a:pt x="6087" y="4097"/>
                  </a:lnTo>
                  <a:lnTo>
                    <a:pt x="6087" y="4097"/>
                  </a:lnTo>
                  <a:lnTo>
                    <a:pt x="6087" y="4118"/>
                  </a:lnTo>
                  <a:lnTo>
                    <a:pt x="6084" y="4138"/>
                  </a:lnTo>
                  <a:lnTo>
                    <a:pt x="6079" y="4158"/>
                  </a:lnTo>
                  <a:lnTo>
                    <a:pt x="6072" y="4177"/>
                  </a:lnTo>
                  <a:lnTo>
                    <a:pt x="6064" y="4193"/>
                  </a:lnTo>
                  <a:lnTo>
                    <a:pt x="6054" y="4210"/>
                  </a:lnTo>
                  <a:lnTo>
                    <a:pt x="6042" y="4225"/>
                  </a:lnTo>
                  <a:lnTo>
                    <a:pt x="6028" y="4239"/>
                  </a:lnTo>
                  <a:lnTo>
                    <a:pt x="6015" y="4252"/>
                  </a:lnTo>
                  <a:lnTo>
                    <a:pt x="6000" y="4264"/>
                  </a:lnTo>
                  <a:lnTo>
                    <a:pt x="5983" y="4274"/>
                  </a:lnTo>
                  <a:lnTo>
                    <a:pt x="5964" y="4282"/>
                  </a:lnTo>
                  <a:lnTo>
                    <a:pt x="5946" y="4289"/>
                  </a:lnTo>
                  <a:lnTo>
                    <a:pt x="5927" y="4294"/>
                  </a:lnTo>
                  <a:lnTo>
                    <a:pt x="5907" y="4298"/>
                  </a:lnTo>
                  <a:lnTo>
                    <a:pt x="5887" y="4298"/>
                  </a:lnTo>
                  <a:lnTo>
                    <a:pt x="5887" y="4298"/>
                  </a:lnTo>
                  <a:close/>
                </a:path>
              </a:pathLst>
            </a:custGeom>
            <a:gradFill flip="none" rotWithShape="1">
              <a:gsLst>
                <a:gs pos="0">
                  <a:srgbClr val="B0B2B4"/>
                </a:gs>
                <a:gs pos="100000">
                  <a:srgbClr val="DFE0E1"/>
                </a:gs>
              </a:gsLst>
              <a:lin ang="0" scaled="1"/>
              <a:tileRect/>
            </a:gradFill>
            <a:ln>
              <a:noFill/>
            </a:ln>
            <a:effectLst>
              <a:innerShdw blurRad="63500">
                <a:prstClr val="black">
                  <a:alpha val="4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8" name="9Slide.vn 3">
              <a:extLst>
                <a:ext uri="{FF2B5EF4-FFF2-40B4-BE49-F238E27FC236}">
                  <a16:creationId xmlns:a16="http://schemas.microsoft.com/office/drawing/2014/main" id="{1C3B9052-DF89-48DA-900D-596E0ADF2E86}"/>
                </a:ext>
              </a:extLst>
            </p:cNvPr>
            <p:cNvSpPr>
              <a:spLocks/>
            </p:cNvSpPr>
            <p:nvPr/>
          </p:nvSpPr>
          <p:spPr bwMode="auto">
            <a:xfrm>
              <a:off x="3865563" y="74613"/>
              <a:ext cx="9574213" cy="6735763"/>
            </a:xfrm>
            <a:custGeom>
              <a:avLst/>
              <a:gdLst>
                <a:gd name="T0" fmla="*/ 173 w 6031"/>
                <a:gd name="T1" fmla="*/ 0 h 4243"/>
                <a:gd name="T2" fmla="*/ 155 w 6031"/>
                <a:gd name="T3" fmla="*/ 2 h 4243"/>
                <a:gd name="T4" fmla="*/ 121 w 6031"/>
                <a:gd name="T5" fmla="*/ 9 h 4243"/>
                <a:gd name="T6" fmla="*/ 91 w 6031"/>
                <a:gd name="T7" fmla="*/ 22 h 4243"/>
                <a:gd name="T8" fmla="*/ 64 w 6031"/>
                <a:gd name="T9" fmla="*/ 40 h 4243"/>
                <a:gd name="T10" fmla="*/ 41 w 6031"/>
                <a:gd name="T11" fmla="*/ 64 h 4243"/>
                <a:gd name="T12" fmla="*/ 22 w 6031"/>
                <a:gd name="T13" fmla="*/ 91 h 4243"/>
                <a:gd name="T14" fmla="*/ 9 w 6031"/>
                <a:gd name="T15" fmla="*/ 121 h 4243"/>
                <a:gd name="T16" fmla="*/ 2 w 6031"/>
                <a:gd name="T17" fmla="*/ 157 h 4243"/>
                <a:gd name="T18" fmla="*/ 0 w 6031"/>
                <a:gd name="T19" fmla="*/ 4069 h 4243"/>
                <a:gd name="T20" fmla="*/ 2 w 6031"/>
                <a:gd name="T21" fmla="*/ 4086 h 4243"/>
                <a:gd name="T22" fmla="*/ 9 w 6031"/>
                <a:gd name="T23" fmla="*/ 4120 h 4243"/>
                <a:gd name="T24" fmla="*/ 22 w 6031"/>
                <a:gd name="T25" fmla="*/ 4152 h 4243"/>
                <a:gd name="T26" fmla="*/ 41 w 6031"/>
                <a:gd name="T27" fmla="*/ 4179 h 4243"/>
                <a:gd name="T28" fmla="*/ 64 w 6031"/>
                <a:gd name="T29" fmla="*/ 4202 h 4243"/>
                <a:gd name="T30" fmla="*/ 91 w 6031"/>
                <a:gd name="T31" fmla="*/ 4221 h 4243"/>
                <a:gd name="T32" fmla="*/ 121 w 6031"/>
                <a:gd name="T33" fmla="*/ 4234 h 4243"/>
                <a:gd name="T34" fmla="*/ 155 w 6031"/>
                <a:gd name="T35" fmla="*/ 4241 h 4243"/>
                <a:gd name="T36" fmla="*/ 5859 w 6031"/>
                <a:gd name="T37" fmla="*/ 4243 h 4243"/>
                <a:gd name="T38" fmla="*/ 5876 w 6031"/>
                <a:gd name="T39" fmla="*/ 4241 h 4243"/>
                <a:gd name="T40" fmla="*/ 5910 w 6031"/>
                <a:gd name="T41" fmla="*/ 4234 h 4243"/>
                <a:gd name="T42" fmla="*/ 5941 w 6031"/>
                <a:gd name="T43" fmla="*/ 4221 h 4243"/>
                <a:gd name="T44" fmla="*/ 5968 w 6031"/>
                <a:gd name="T45" fmla="*/ 4202 h 4243"/>
                <a:gd name="T46" fmla="*/ 5992 w 6031"/>
                <a:gd name="T47" fmla="*/ 4179 h 4243"/>
                <a:gd name="T48" fmla="*/ 6010 w 6031"/>
                <a:gd name="T49" fmla="*/ 4152 h 4243"/>
                <a:gd name="T50" fmla="*/ 6024 w 6031"/>
                <a:gd name="T51" fmla="*/ 4120 h 4243"/>
                <a:gd name="T52" fmla="*/ 6031 w 6031"/>
                <a:gd name="T53" fmla="*/ 4086 h 4243"/>
                <a:gd name="T54" fmla="*/ 6031 w 6031"/>
                <a:gd name="T55" fmla="*/ 173 h 4243"/>
                <a:gd name="T56" fmla="*/ 6031 w 6031"/>
                <a:gd name="T57" fmla="*/ 157 h 4243"/>
                <a:gd name="T58" fmla="*/ 6024 w 6031"/>
                <a:gd name="T59" fmla="*/ 121 h 4243"/>
                <a:gd name="T60" fmla="*/ 6010 w 6031"/>
                <a:gd name="T61" fmla="*/ 91 h 4243"/>
                <a:gd name="T62" fmla="*/ 5992 w 6031"/>
                <a:gd name="T63" fmla="*/ 64 h 4243"/>
                <a:gd name="T64" fmla="*/ 5968 w 6031"/>
                <a:gd name="T65" fmla="*/ 40 h 4243"/>
                <a:gd name="T66" fmla="*/ 5941 w 6031"/>
                <a:gd name="T67" fmla="*/ 22 h 4243"/>
                <a:gd name="T68" fmla="*/ 5910 w 6031"/>
                <a:gd name="T69" fmla="*/ 9 h 4243"/>
                <a:gd name="T70" fmla="*/ 5876 w 6031"/>
                <a:gd name="T71" fmla="*/ 2 h 4243"/>
                <a:gd name="T72" fmla="*/ 5859 w 6031"/>
                <a:gd name="T73" fmla="*/ 0 h 4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31" h="4243">
                  <a:moveTo>
                    <a:pt x="5859" y="0"/>
                  </a:moveTo>
                  <a:lnTo>
                    <a:pt x="173" y="0"/>
                  </a:lnTo>
                  <a:lnTo>
                    <a:pt x="173" y="0"/>
                  </a:lnTo>
                  <a:lnTo>
                    <a:pt x="155" y="2"/>
                  </a:lnTo>
                  <a:lnTo>
                    <a:pt x="138" y="3"/>
                  </a:lnTo>
                  <a:lnTo>
                    <a:pt x="121" y="9"/>
                  </a:lnTo>
                  <a:lnTo>
                    <a:pt x="106" y="14"/>
                  </a:lnTo>
                  <a:lnTo>
                    <a:pt x="91" y="22"/>
                  </a:lnTo>
                  <a:lnTo>
                    <a:pt x="78" y="30"/>
                  </a:lnTo>
                  <a:lnTo>
                    <a:pt x="64" y="40"/>
                  </a:lnTo>
                  <a:lnTo>
                    <a:pt x="51" y="51"/>
                  </a:lnTo>
                  <a:lnTo>
                    <a:pt x="41" y="64"/>
                  </a:lnTo>
                  <a:lnTo>
                    <a:pt x="30" y="77"/>
                  </a:lnTo>
                  <a:lnTo>
                    <a:pt x="22" y="91"/>
                  </a:lnTo>
                  <a:lnTo>
                    <a:pt x="14" y="106"/>
                  </a:lnTo>
                  <a:lnTo>
                    <a:pt x="9" y="121"/>
                  </a:lnTo>
                  <a:lnTo>
                    <a:pt x="3" y="138"/>
                  </a:lnTo>
                  <a:lnTo>
                    <a:pt x="2" y="157"/>
                  </a:lnTo>
                  <a:lnTo>
                    <a:pt x="0" y="173"/>
                  </a:lnTo>
                  <a:lnTo>
                    <a:pt x="0" y="4069"/>
                  </a:lnTo>
                  <a:lnTo>
                    <a:pt x="0" y="4069"/>
                  </a:lnTo>
                  <a:lnTo>
                    <a:pt x="2" y="4086"/>
                  </a:lnTo>
                  <a:lnTo>
                    <a:pt x="3" y="4105"/>
                  </a:lnTo>
                  <a:lnTo>
                    <a:pt x="9" y="4120"/>
                  </a:lnTo>
                  <a:lnTo>
                    <a:pt x="14" y="4137"/>
                  </a:lnTo>
                  <a:lnTo>
                    <a:pt x="22" y="4152"/>
                  </a:lnTo>
                  <a:lnTo>
                    <a:pt x="30" y="4165"/>
                  </a:lnTo>
                  <a:lnTo>
                    <a:pt x="41" y="4179"/>
                  </a:lnTo>
                  <a:lnTo>
                    <a:pt x="51" y="4192"/>
                  </a:lnTo>
                  <a:lnTo>
                    <a:pt x="64" y="4202"/>
                  </a:lnTo>
                  <a:lnTo>
                    <a:pt x="78" y="4212"/>
                  </a:lnTo>
                  <a:lnTo>
                    <a:pt x="91" y="4221"/>
                  </a:lnTo>
                  <a:lnTo>
                    <a:pt x="106" y="4229"/>
                  </a:lnTo>
                  <a:lnTo>
                    <a:pt x="121" y="4234"/>
                  </a:lnTo>
                  <a:lnTo>
                    <a:pt x="138" y="4239"/>
                  </a:lnTo>
                  <a:lnTo>
                    <a:pt x="155" y="4241"/>
                  </a:lnTo>
                  <a:lnTo>
                    <a:pt x="173" y="4243"/>
                  </a:lnTo>
                  <a:lnTo>
                    <a:pt x="5859" y="4243"/>
                  </a:lnTo>
                  <a:lnTo>
                    <a:pt x="5859" y="4243"/>
                  </a:lnTo>
                  <a:lnTo>
                    <a:pt x="5876" y="4241"/>
                  </a:lnTo>
                  <a:lnTo>
                    <a:pt x="5893" y="4239"/>
                  </a:lnTo>
                  <a:lnTo>
                    <a:pt x="5910" y="4234"/>
                  </a:lnTo>
                  <a:lnTo>
                    <a:pt x="5926" y="4229"/>
                  </a:lnTo>
                  <a:lnTo>
                    <a:pt x="5941" y="4221"/>
                  </a:lnTo>
                  <a:lnTo>
                    <a:pt x="5955" y="4212"/>
                  </a:lnTo>
                  <a:lnTo>
                    <a:pt x="5968" y="4202"/>
                  </a:lnTo>
                  <a:lnTo>
                    <a:pt x="5980" y="4192"/>
                  </a:lnTo>
                  <a:lnTo>
                    <a:pt x="5992" y="4179"/>
                  </a:lnTo>
                  <a:lnTo>
                    <a:pt x="6002" y="4165"/>
                  </a:lnTo>
                  <a:lnTo>
                    <a:pt x="6010" y="4152"/>
                  </a:lnTo>
                  <a:lnTo>
                    <a:pt x="6017" y="4137"/>
                  </a:lnTo>
                  <a:lnTo>
                    <a:pt x="6024" y="4120"/>
                  </a:lnTo>
                  <a:lnTo>
                    <a:pt x="6027" y="4105"/>
                  </a:lnTo>
                  <a:lnTo>
                    <a:pt x="6031" y="4086"/>
                  </a:lnTo>
                  <a:lnTo>
                    <a:pt x="6031" y="4069"/>
                  </a:lnTo>
                  <a:lnTo>
                    <a:pt x="6031" y="173"/>
                  </a:lnTo>
                  <a:lnTo>
                    <a:pt x="6031" y="173"/>
                  </a:lnTo>
                  <a:lnTo>
                    <a:pt x="6031" y="157"/>
                  </a:lnTo>
                  <a:lnTo>
                    <a:pt x="6027" y="138"/>
                  </a:lnTo>
                  <a:lnTo>
                    <a:pt x="6024" y="121"/>
                  </a:lnTo>
                  <a:lnTo>
                    <a:pt x="6017" y="106"/>
                  </a:lnTo>
                  <a:lnTo>
                    <a:pt x="6010" y="91"/>
                  </a:lnTo>
                  <a:lnTo>
                    <a:pt x="6002" y="77"/>
                  </a:lnTo>
                  <a:lnTo>
                    <a:pt x="5992" y="64"/>
                  </a:lnTo>
                  <a:lnTo>
                    <a:pt x="5980" y="51"/>
                  </a:lnTo>
                  <a:lnTo>
                    <a:pt x="5968" y="40"/>
                  </a:lnTo>
                  <a:lnTo>
                    <a:pt x="5955" y="30"/>
                  </a:lnTo>
                  <a:lnTo>
                    <a:pt x="5941" y="22"/>
                  </a:lnTo>
                  <a:lnTo>
                    <a:pt x="5926" y="14"/>
                  </a:lnTo>
                  <a:lnTo>
                    <a:pt x="5910" y="9"/>
                  </a:lnTo>
                  <a:lnTo>
                    <a:pt x="5893" y="3"/>
                  </a:lnTo>
                  <a:lnTo>
                    <a:pt x="5876" y="2"/>
                  </a:lnTo>
                  <a:lnTo>
                    <a:pt x="5859" y="0"/>
                  </a:lnTo>
                  <a:lnTo>
                    <a:pt x="5859" y="0"/>
                  </a:lnTo>
                  <a:close/>
                </a:path>
              </a:pathLst>
            </a:custGeom>
            <a:solidFill>
              <a:srgbClr val="000000"/>
            </a:solidFill>
            <a:ln>
              <a:noFill/>
            </a:ln>
            <a:effectLst>
              <a:outerShdw blurRad="25400" algn="ctr" rotWithShape="0">
                <a:prstClr val="black">
                  <a:alpha val="61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9" name="9Slide.vn 4">
              <a:extLst>
                <a:ext uri="{FF2B5EF4-FFF2-40B4-BE49-F238E27FC236}">
                  <a16:creationId xmlns:a16="http://schemas.microsoft.com/office/drawing/2014/main" id="{838BE831-98C4-4DA1-B95C-84B293ECEAEE}"/>
                </a:ext>
              </a:extLst>
            </p:cNvPr>
            <p:cNvSpPr>
              <a:spLocks/>
            </p:cNvSpPr>
            <p:nvPr/>
          </p:nvSpPr>
          <p:spPr bwMode="auto">
            <a:xfrm>
              <a:off x="3892550" y="6342063"/>
              <a:ext cx="9520238" cy="441325"/>
            </a:xfrm>
            <a:custGeom>
              <a:avLst/>
              <a:gdLst>
                <a:gd name="T0" fmla="*/ 156 w 5997"/>
                <a:gd name="T1" fmla="*/ 278 h 278"/>
                <a:gd name="T2" fmla="*/ 5842 w 5997"/>
                <a:gd name="T3" fmla="*/ 278 h 278"/>
                <a:gd name="T4" fmla="*/ 5842 w 5997"/>
                <a:gd name="T5" fmla="*/ 278 h 278"/>
                <a:gd name="T6" fmla="*/ 5857 w 5997"/>
                <a:gd name="T7" fmla="*/ 276 h 278"/>
                <a:gd name="T8" fmla="*/ 5872 w 5997"/>
                <a:gd name="T9" fmla="*/ 275 h 278"/>
                <a:gd name="T10" fmla="*/ 5887 w 5997"/>
                <a:gd name="T11" fmla="*/ 269 h 278"/>
                <a:gd name="T12" fmla="*/ 5903 w 5997"/>
                <a:gd name="T13" fmla="*/ 264 h 278"/>
                <a:gd name="T14" fmla="*/ 5916 w 5997"/>
                <a:gd name="T15" fmla="*/ 258 h 278"/>
                <a:gd name="T16" fmla="*/ 5928 w 5997"/>
                <a:gd name="T17" fmla="*/ 251 h 278"/>
                <a:gd name="T18" fmla="*/ 5941 w 5997"/>
                <a:gd name="T19" fmla="*/ 241 h 278"/>
                <a:gd name="T20" fmla="*/ 5951 w 5997"/>
                <a:gd name="T21" fmla="*/ 231 h 278"/>
                <a:gd name="T22" fmla="*/ 5962 w 5997"/>
                <a:gd name="T23" fmla="*/ 221 h 278"/>
                <a:gd name="T24" fmla="*/ 5970 w 5997"/>
                <a:gd name="T25" fmla="*/ 209 h 278"/>
                <a:gd name="T26" fmla="*/ 5978 w 5997"/>
                <a:gd name="T27" fmla="*/ 195 h 278"/>
                <a:gd name="T28" fmla="*/ 5985 w 5997"/>
                <a:gd name="T29" fmla="*/ 182 h 278"/>
                <a:gd name="T30" fmla="*/ 5990 w 5997"/>
                <a:gd name="T31" fmla="*/ 167 h 278"/>
                <a:gd name="T32" fmla="*/ 5993 w 5997"/>
                <a:gd name="T33" fmla="*/ 153 h 278"/>
                <a:gd name="T34" fmla="*/ 5997 w 5997"/>
                <a:gd name="T35" fmla="*/ 137 h 278"/>
                <a:gd name="T36" fmla="*/ 5997 w 5997"/>
                <a:gd name="T37" fmla="*/ 121 h 278"/>
                <a:gd name="T38" fmla="*/ 5997 w 5997"/>
                <a:gd name="T39" fmla="*/ 0 h 278"/>
                <a:gd name="T40" fmla="*/ 0 w 5997"/>
                <a:gd name="T41" fmla="*/ 0 h 278"/>
                <a:gd name="T42" fmla="*/ 0 w 5997"/>
                <a:gd name="T43" fmla="*/ 121 h 278"/>
                <a:gd name="T44" fmla="*/ 0 w 5997"/>
                <a:gd name="T45" fmla="*/ 121 h 278"/>
                <a:gd name="T46" fmla="*/ 2 w 5997"/>
                <a:gd name="T47" fmla="*/ 137 h 278"/>
                <a:gd name="T48" fmla="*/ 3 w 5997"/>
                <a:gd name="T49" fmla="*/ 153 h 278"/>
                <a:gd name="T50" fmla="*/ 8 w 5997"/>
                <a:gd name="T51" fmla="*/ 167 h 278"/>
                <a:gd name="T52" fmla="*/ 13 w 5997"/>
                <a:gd name="T53" fmla="*/ 182 h 278"/>
                <a:gd name="T54" fmla="*/ 20 w 5997"/>
                <a:gd name="T55" fmla="*/ 195 h 278"/>
                <a:gd name="T56" fmla="*/ 27 w 5997"/>
                <a:gd name="T57" fmla="*/ 209 h 278"/>
                <a:gd name="T58" fmla="*/ 37 w 5997"/>
                <a:gd name="T59" fmla="*/ 221 h 278"/>
                <a:gd name="T60" fmla="*/ 47 w 5997"/>
                <a:gd name="T61" fmla="*/ 231 h 278"/>
                <a:gd name="T62" fmla="*/ 57 w 5997"/>
                <a:gd name="T63" fmla="*/ 241 h 278"/>
                <a:gd name="T64" fmla="*/ 69 w 5997"/>
                <a:gd name="T65" fmla="*/ 251 h 278"/>
                <a:gd name="T66" fmla="*/ 82 w 5997"/>
                <a:gd name="T67" fmla="*/ 258 h 278"/>
                <a:gd name="T68" fmla="*/ 96 w 5997"/>
                <a:gd name="T69" fmla="*/ 264 h 278"/>
                <a:gd name="T70" fmla="*/ 109 w 5997"/>
                <a:gd name="T71" fmla="*/ 269 h 278"/>
                <a:gd name="T72" fmla="*/ 124 w 5997"/>
                <a:gd name="T73" fmla="*/ 275 h 278"/>
                <a:gd name="T74" fmla="*/ 141 w 5997"/>
                <a:gd name="T75" fmla="*/ 276 h 278"/>
                <a:gd name="T76" fmla="*/ 156 w 5997"/>
                <a:gd name="T77" fmla="*/ 278 h 278"/>
                <a:gd name="T78" fmla="*/ 156 w 5997"/>
                <a:gd name="T79" fmla="*/ 278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997" h="278">
                  <a:moveTo>
                    <a:pt x="156" y="278"/>
                  </a:moveTo>
                  <a:lnTo>
                    <a:pt x="5842" y="278"/>
                  </a:lnTo>
                  <a:lnTo>
                    <a:pt x="5842" y="278"/>
                  </a:lnTo>
                  <a:lnTo>
                    <a:pt x="5857" y="276"/>
                  </a:lnTo>
                  <a:lnTo>
                    <a:pt x="5872" y="275"/>
                  </a:lnTo>
                  <a:lnTo>
                    <a:pt x="5887" y="269"/>
                  </a:lnTo>
                  <a:lnTo>
                    <a:pt x="5903" y="264"/>
                  </a:lnTo>
                  <a:lnTo>
                    <a:pt x="5916" y="258"/>
                  </a:lnTo>
                  <a:lnTo>
                    <a:pt x="5928" y="251"/>
                  </a:lnTo>
                  <a:lnTo>
                    <a:pt x="5941" y="241"/>
                  </a:lnTo>
                  <a:lnTo>
                    <a:pt x="5951" y="231"/>
                  </a:lnTo>
                  <a:lnTo>
                    <a:pt x="5962" y="221"/>
                  </a:lnTo>
                  <a:lnTo>
                    <a:pt x="5970" y="209"/>
                  </a:lnTo>
                  <a:lnTo>
                    <a:pt x="5978" y="195"/>
                  </a:lnTo>
                  <a:lnTo>
                    <a:pt x="5985" y="182"/>
                  </a:lnTo>
                  <a:lnTo>
                    <a:pt x="5990" y="167"/>
                  </a:lnTo>
                  <a:lnTo>
                    <a:pt x="5993" y="153"/>
                  </a:lnTo>
                  <a:lnTo>
                    <a:pt x="5997" y="137"/>
                  </a:lnTo>
                  <a:lnTo>
                    <a:pt x="5997" y="121"/>
                  </a:lnTo>
                  <a:lnTo>
                    <a:pt x="5997" y="0"/>
                  </a:lnTo>
                  <a:lnTo>
                    <a:pt x="0" y="0"/>
                  </a:lnTo>
                  <a:lnTo>
                    <a:pt x="0" y="121"/>
                  </a:lnTo>
                  <a:lnTo>
                    <a:pt x="0" y="121"/>
                  </a:lnTo>
                  <a:lnTo>
                    <a:pt x="2" y="137"/>
                  </a:lnTo>
                  <a:lnTo>
                    <a:pt x="3" y="153"/>
                  </a:lnTo>
                  <a:lnTo>
                    <a:pt x="8" y="167"/>
                  </a:lnTo>
                  <a:lnTo>
                    <a:pt x="13" y="182"/>
                  </a:lnTo>
                  <a:lnTo>
                    <a:pt x="20" y="195"/>
                  </a:lnTo>
                  <a:lnTo>
                    <a:pt x="27" y="209"/>
                  </a:lnTo>
                  <a:lnTo>
                    <a:pt x="37" y="221"/>
                  </a:lnTo>
                  <a:lnTo>
                    <a:pt x="47" y="231"/>
                  </a:lnTo>
                  <a:lnTo>
                    <a:pt x="57" y="241"/>
                  </a:lnTo>
                  <a:lnTo>
                    <a:pt x="69" y="251"/>
                  </a:lnTo>
                  <a:lnTo>
                    <a:pt x="82" y="258"/>
                  </a:lnTo>
                  <a:lnTo>
                    <a:pt x="96" y="264"/>
                  </a:lnTo>
                  <a:lnTo>
                    <a:pt x="109" y="269"/>
                  </a:lnTo>
                  <a:lnTo>
                    <a:pt x="124" y="275"/>
                  </a:lnTo>
                  <a:lnTo>
                    <a:pt x="141" y="276"/>
                  </a:lnTo>
                  <a:lnTo>
                    <a:pt x="156" y="278"/>
                  </a:lnTo>
                  <a:lnTo>
                    <a:pt x="156" y="278"/>
                  </a:lnTo>
                  <a:close/>
                </a:path>
              </a:pathLst>
            </a:custGeom>
            <a:solidFill>
              <a:srgbClr val="1818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0" name="9Slide.vn 5">
              <a:extLst>
                <a:ext uri="{FF2B5EF4-FFF2-40B4-BE49-F238E27FC236}">
                  <a16:creationId xmlns:a16="http://schemas.microsoft.com/office/drawing/2014/main" id="{9441EC7C-061E-4558-9FF8-E9B0DA0F84AA}"/>
                </a:ext>
              </a:extLst>
            </p:cNvPr>
            <p:cNvSpPr>
              <a:spLocks noChangeArrowheads="1"/>
            </p:cNvSpPr>
            <p:nvPr/>
          </p:nvSpPr>
          <p:spPr bwMode="auto">
            <a:xfrm>
              <a:off x="4205288" y="533400"/>
              <a:ext cx="8897938" cy="5565775"/>
            </a:xfrm>
            <a:prstGeom prst="rect">
              <a:avLst/>
            </a:prstGeom>
            <a:solidFill>
              <a:srgbClr val="26262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1" name="9Slide.vn 6">
              <a:extLst>
                <a:ext uri="{FF2B5EF4-FFF2-40B4-BE49-F238E27FC236}">
                  <a16:creationId xmlns:a16="http://schemas.microsoft.com/office/drawing/2014/main" id="{F4AB6E09-791B-48E7-B2E0-4762432F77AB}"/>
                </a:ext>
              </a:extLst>
            </p:cNvPr>
            <p:cNvSpPr>
              <a:spLocks/>
            </p:cNvSpPr>
            <p:nvPr/>
          </p:nvSpPr>
          <p:spPr bwMode="auto">
            <a:xfrm>
              <a:off x="2738438" y="6618288"/>
              <a:ext cx="11828463" cy="239713"/>
            </a:xfrm>
            <a:custGeom>
              <a:avLst/>
              <a:gdLst>
                <a:gd name="T0" fmla="*/ 7451 w 7451"/>
                <a:gd name="T1" fmla="*/ 0 h 151"/>
                <a:gd name="T2" fmla="*/ 4441 w 7451"/>
                <a:gd name="T3" fmla="*/ 1 h 151"/>
                <a:gd name="T4" fmla="*/ 4381 w 7451"/>
                <a:gd name="T5" fmla="*/ 35 h 151"/>
                <a:gd name="T6" fmla="*/ 3097 w 7451"/>
                <a:gd name="T7" fmla="*/ 35 h 151"/>
                <a:gd name="T8" fmla="*/ 3020 w 7451"/>
                <a:gd name="T9" fmla="*/ 1 h 151"/>
                <a:gd name="T10" fmla="*/ 0 w 7451"/>
                <a:gd name="T11" fmla="*/ 0 h 151"/>
                <a:gd name="T12" fmla="*/ 0 w 7451"/>
                <a:gd name="T13" fmla="*/ 35 h 151"/>
                <a:gd name="T14" fmla="*/ 0 w 7451"/>
                <a:gd name="T15" fmla="*/ 35 h 151"/>
                <a:gd name="T16" fmla="*/ 61 w 7451"/>
                <a:gd name="T17" fmla="*/ 53 h 151"/>
                <a:gd name="T18" fmla="*/ 98 w 7451"/>
                <a:gd name="T19" fmla="*/ 65 h 151"/>
                <a:gd name="T20" fmla="*/ 140 w 7451"/>
                <a:gd name="T21" fmla="*/ 75 h 151"/>
                <a:gd name="T22" fmla="*/ 140 w 7451"/>
                <a:gd name="T23" fmla="*/ 75 h 151"/>
                <a:gd name="T24" fmla="*/ 168 w 7451"/>
                <a:gd name="T25" fmla="*/ 82 h 151"/>
                <a:gd name="T26" fmla="*/ 216 w 7451"/>
                <a:gd name="T27" fmla="*/ 90 h 151"/>
                <a:gd name="T28" fmla="*/ 286 w 7451"/>
                <a:gd name="T29" fmla="*/ 102 h 151"/>
                <a:gd name="T30" fmla="*/ 384 w 7451"/>
                <a:gd name="T31" fmla="*/ 114 h 151"/>
                <a:gd name="T32" fmla="*/ 384 w 7451"/>
                <a:gd name="T33" fmla="*/ 114 h 151"/>
                <a:gd name="T34" fmla="*/ 438 w 7451"/>
                <a:gd name="T35" fmla="*/ 121 h 151"/>
                <a:gd name="T36" fmla="*/ 510 w 7451"/>
                <a:gd name="T37" fmla="*/ 127 h 151"/>
                <a:gd name="T38" fmla="*/ 601 w 7451"/>
                <a:gd name="T39" fmla="*/ 134 h 151"/>
                <a:gd name="T40" fmla="*/ 707 w 7451"/>
                <a:gd name="T41" fmla="*/ 141 h 151"/>
                <a:gd name="T42" fmla="*/ 707 w 7451"/>
                <a:gd name="T43" fmla="*/ 141 h 151"/>
                <a:gd name="T44" fmla="*/ 838 w 7451"/>
                <a:gd name="T45" fmla="*/ 146 h 151"/>
                <a:gd name="T46" fmla="*/ 924 w 7451"/>
                <a:gd name="T47" fmla="*/ 148 h 151"/>
                <a:gd name="T48" fmla="*/ 924 w 7451"/>
                <a:gd name="T49" fmla="*/ 148 h 151"/>
                <a:gd name="T50" fmla="*/ 1195 w 7451"/>
                <a:gd name="T51" fmla="*/ 149 h 151"/>
                <a:gd name="T52" fmla="*/ 1718 w 7451"/>
                <a:gd name="T53" fmla="*/ 151 h 151"/>
                <a:gd name="T54" fmla="*/ 3188 w 7451"/>
                <a:gd name="T55" fmla="*/ 151 h 151"/>
                <a:gd name="T56" fmla="*/ 5479 w 7451"/>
                <a:gd name="T57" fmla="*/ 149 h 151"/>
                <a:gd name="T58" fmla="*/ 5479 w 7451"/>
                <a:gd name="T59" fmla="*/ 149 h 151"/>
                <a:gd name="T60" fmla="*/ 5921 w 7451"/>
                <a:gd name="T61" fmla="*/ 151 h 151"/>
                <a:gd name="T62" fmla="*/ 6244 w 7451"/>
                <a:gd name="T63" fmla="*/ 151 h 151"/>
                <a:gd name="T64" fmla="*/ 6529 w 7451"/>
                <a:gd name="T65" fmla="*/ 148 h 151"/>
                <a:gd name="T66" fmla="*/ 6529 w 7451"/>
                <a:gd name="T67" fmla="*/ 148 h 151"/>
                <a:gd name="T68" fmla="*/ 6613 w 7451"/>
                <a:gd name="T69" fmla="*/ 146 h 151"/>
                <a:gd name="T70" fmla="*/ 6744 w 7451"/>
                <a:gd name="T71" fmla="*/ 141 h 151"/>
                <a:gd name="T72" fmla="*/ 6744 w 7451"/>
                <a:gd name="T73" fmla="*/ 141 h 151"/>
                <a:gd name="T74" fmla="*/ 6852 w 7451"/>
                <a:gd name="T75" fmla="*/ 134 h 151"/>
                <a:gd name="T76" fmla="*/ 6941 w 7451"/>
                <a:gd name="T77" fmla="*/ 127 h 151"/>
                <a:gd name="T78" fmla="*/ 7015 w 7451"/>
                <a:gd name="T79" fmla="*/ 121 h 151"/>
                <a:gd name="T80" fmla="*/ 7069 w 7451"/>
                <a:gd name="T81" fmla="*/ 114 h 151"/>
                <a:gd name="T82" fmla="*/ 7069 w 7451"/>
                <a:gd name="T83" fmla="*/ 114 h 151"/>
                <a:gd name="T84" fmla="*/ 7166 w 7451"/>
                <a:gd name="T85" fmla="*/ 102 h 151"/>
                <a:gd name="T86" fmla="*/ 7237 w 7451"/>
                <a:gd name="T87" fmla="*/ 90 h 151"/>
                <a:gd name="T88" fmla="*/ 7284 w 7451"/>
                <a:gd name="T89" fmla="*/ 82 h 151"/>
                <a:gd name="T90" fmla="*/ 7313 w 7451"/>
                <a:gd name="T91" fmla="*/ 75 h 151"/>
                <a:gd name="T92" fmla="*/ 7313 w 7451"/>
                <a:gd name="T93" fmla="*/ 75 h 151"/>
                <a:gd name="T94" fmla="*/ 7353 w 7451"/>
                <a:gd name="T95" fmla="*/ 65 h 151"/>
                <a:gd name="T96" fmla="*/ 7390 w 7451"/>
                <a:gd name="T97" fmla="*/ 53 h 151"/>
                <a:gd name="T98" fmla="*/ 7451 w 7451"/>
                <a:gd name="T99" fmla="*/ 35 h 151"/>
                <a:gd name="T100" fmla="*/ 7451 w 7451"/>
                <a:gd name="T101"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451" h="151">
                  <a:moveTo>
                    <a:pt x="7451" y="0"/>
                  </a:moveTo>
                  <a:lnTo>
                    <a:pt x="4441" y="1"/>
                  </a:lnTo>
                  <a:lnTo>
                    <a:pt x="4381" y="35"/>
                  </a:lnTo>
                  <a:lnTo>
                    <a:pt x="3097" y="35"/>
                  </a:lnTo>
                  <a:lnTo>
                    <a:pt x="3020" y="1"/>
                  </a:lnTo>
                  <a:lnTo>
                    <a:pt x="0" y="0"/>
                  </a:lnTo>
                  <a:lnTo>
                    <a:pt x="0" y="35"/>
                  </a:lnTo>
                  <a:lnTo>
                    <a:pt x="0" y="35"/>
                  </a:lnTo>
                  <a:lnTo>
                    <a:pt x="61" y="53"/>
                  </a:lnTo>
                  <a:lnTo>
                    <a:pt x="98" y="65"/>
                  </a:lnTo>
                  <a:lnTo>
                    <a:pt x="140" y="75"/>
                  </a:lnTo>
                  <a:lnTo>
                    <a:pt x="140" y="75"/>
                  </a:lnTo>
                  <a:lnTo>
                    <a:pt x="168" y="82"/>
                  </a:lnTo>
                  <a:lnTo>
                    <a:pt x="216" y="90"/>
                  </a:lnTo>
                  <a:lnTo>
                    <a:pt x="286" y="102"/>
                  </a:lnTo>
                  <a:lnTo>
                    <a:pt x="384" y="114"/>
                  </a:lnTo>
                  <a:lnTo>
                    <a:pt x="384" y="114"/>
                  </a:lnTo>
                  <a:lnTo>
                    <a:pt x="438" y="121"/>
                  </a:lnTo>
                  <a:lnTo>
                    <a:pt x="510" y="127"/>
                  </a:lnTo>
                  <a:lnTo>
                    <a:pt x="601" y="134"/>
                  </a:lnTo>
                  <a:lnTo>
                    <a:pt x="707" y="141"/>
                  </a:lnTo>
                  <a:lnTo>
                    <a:pt x="707" y="141"/>
                  </a:lnTo>
                  <a:lnTo>
                    <a:pt x="838" y="146"/>
                  </a:lnTo>
                  <a:lnTo>
                    <a:pt x="924" y="148"/>
                  </a:lnTo>
                  <a:lnTo>
                    <a:pt x="924" y="148"/>
                  </a:lnTo>
                  <a:lnTo>
                    <a:pt x="1195" y="149"/>
                  </a:lnTo>
                  <a:lnTo>
                    <a:pt x="1718" y="151"/>
                  </a:lnTo>
                  <a:lnTo>
                    <a:pt x="3188" y="151"/>
                  </a:lnTo>
                  <a:lnTo>
                    <a:pt x="5479" y="149"/>
                  </a:lnTo>
                  <a:lnTo>
                    <a:pt x="5479" y="149"/>
                  </a:lnTo>
                  <a:lnTo>
                    <a:pt x="5921" y="151"/>
                  </a:lnTo>
                  <a:lnTo>
                    <a:pt x="6244" y="151"/>
                  </a:lnTo>
                  <a:lnTo>
                    <a:pt x="6529" y="148"/>
                  </a:lnTo>
                  <a:lnTo>
                    <a:pt x="6529" y="148"/>
                  </a:lnTo>
                  <a:lnTo>
                    <a:pt x="6613" y="146"/>
                  </a:lnTo>
                  <a:lnTo>
                    <a:pt x="6744" y="141"/>
                  </a:lnTo>
                  <a:lnTo>
                    <a:pt x="6744" y="141"/>
                  </a:lnTo>
                  <a:lnTo>
                    <a:pt x="6852" y="134"/>
                  </a:lnTo>
                  <a:lnTo>
                    <a:pt x="6941" y="127"/>
                  </a:lnTo>
                  <a:lnTo>
                    <a:pt x="7015" y="121"/>
                  </a:lnTo>
                  <a:lnTo>
                    <a:pt x="7069" y="114"/>
                  </a:lnTo>
                  <a:lnTo>
                    <a:pt x="7069" y="114"/>
                  </a:lnTo>
                  <a:lnTo>
                    <a:pt x="7166" y="102"/>
                  </a:lnTo>
                  <a:lnTo>
                    <a:pt x="7237" y="90"/>
                  </a:lnTo>
                  <a:lnTo>
                    <a:pt x="7284" y="82"/>
                  </a:lnTo>
                  <a:lnTo>
                    <a:pt x="7313" y="75"/>
                  </a:lnTo>
                  <a:lnTo>
                    <a:pt x="7313" y="75"/>
                  </a:lnTo>
                  <a:lnTo>
                    <a:pt x="7353" y="65"/>
                  </a:lnTo>
                  <a:lnTo>
                    <a:pt x="7390" y="53"/>
                  </a:lnTo>
                  <a:lnTo>
                    <a:pt x="7451" y="35"/>
                  </a:lnTo>
                  <a:lnTo>
                    <a:pt x="7451" y="0"/>
                  </a:lnTo>
                  <a:close/>
                </a:path>
              </a:pathLst>
            </a:custGeom>
            <a:solidFill>
              <a:srgbClr val="A5A6A8"/>
            </a:solidFill>
            <a:ln>
              <a:noFill/>
            </a:ln>
            <a:effectLst>
              <a:innerShdw blurRad="114300">
                <a:prstClr val="black">
                  <a:alpha val="7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2" name="9Slide.vn 7">
              <a:extLst>
                <a:ext uri="{FF2B5EF4-FFF2-40B4-BE49-F238E27FC236}">
                  <a16:creationId xmlns:a16="http://schemas.microsoft.com/office/drawing/2014/main" id="{FF3498DC-8213-4932-9704-8122CCB4C5A1}"/>
                </a:ext>
              </a:extLst>
            </p:cNvPr>
            <p:cNvSpPr>
              <a:spLocks/>
            </p:cNvSpPr>
            <p:nvPr/>
          </p:nvSpPr>
          <p:spPr bwMode="auto">
            <a:xfrm>
              <a:off x="2738438" y="6618288"/>
              <a:ext cx="11828463" cy="55563"/>
            </a:xfrm>
            <a:custGeom>
              <a:avLst/>
              <a:gdLst>
                <a:gd name="T0" fmla="*/ 7451 w 7451"/>
                <a:gd name="T1" fmla="*/ 35 h 35"/>
                <a:gd name="T2" fmla="*/ 0 w 7451"/>
                <a:gd name="T3" fmla="*/ 35 h 35"/>
                <a:gd name="T4" fmla="*/ 0 w 7451"/>
                <a:gd name="T5" fmla="*/ 0 h 35"/>
                <a:gd name="T6" fmla="*/ 3020 w 7451"/>
                <a:gd name="T7" fmla="*/ 0 h 35"/>
                <a:gd name="T8" fmla="*/ 3047 w 7451"/>
                <a:gd name="T9" fmla="*/ 18 h 35"/>
                <a:gd name="T10" fmla="*/ 4413 w 7451"/>
                <a:gd name="T11" fmla="*/ 18 h 35"/>
                <a:gd name="T12" fmla="*/ 4441 w 7451"/>
                <a:gd name="T13" fmla="*/ 0 h 35"/>
                <a:gd name="T14" fmla="*/ 7451 w 7451"/>
                <a:gd name="T15" fmla="*/ 0 h 35"/>
                <a:gd name="T16" fmla="*/ 7451 w 7451"/>
                <a:gd name="T17"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51" h="35">
                  <a:moveTo>
                    <a:pt x="7451" y="35"/>
                  </a:moveTo>
                  <a:lnTo>
                    <a:pt x="0" y="35"/>
                  </a:lnTo>
                  <a:lnTo>
                    <a:pt x="0" y="0"/>
                  </a:lnTo>
                  <a:lnTo>
                    <a:pt x="3020" y="0"/>
                  </a:lnTo>
                  <a:lnTo>
                    <a:pt x="3047" y="18"/>
                  </a:lnTo>
                  <a:lnTo>
                    <a:pt x="4413" y="18"/>
                  </a:lnTo>
                  <a:lnTo>
                    <a:pt x="4441" y="0"/>
                  </a:lnTo>
                  <a:lnTo>
                    <a:pt x="7451" y="0"/>
                  </a:lnTo>
                  <a:lnTo>
                    <a:pt x="7451" y="35"/>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gs>
                <a:gs pos="9000">
                  <a:srgbClr val="DFE0E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3" name="9Slide.vn 8">
              <a:extLst>
                <a:ext uri="{FF2B5EF4-FFF2-40B4-BE49-F238E27FC236}">
                  <a16:creationId xmlns:a16="http://schemas.microsoft.com/office/drawing/2014/main" id="{344E556A-A4C9-4D98-B474-D2B99294DACD}"/>
                </a:ext>
              </a:extLst>
            </p:cNvPr>
            <p:cNvSpPr>
              <a:spLocks/>
            </p:cNvSpPr>
            <p:nvPr/>
          </p:nvSpPr>
          <p:spPr bwMode="auto">
            <a:xfrm>
              <a:off x="7524750" y="6619875"/>
              <a:ext cx="2255838" cy="90488"/>
            </a:xfrm>
            <a:custGeom>
              <a:avLst/>
              <a:gdLst>
                <a:gd name="T0" fmla="*/ 1389 w 1421"/>
                <a:gd name="T1" fmla="*/ 2 h 57"/>
                <a:gd name="T2" fmla="*/ 32 w 1421"/>
                <a:gd name="T3" fmla="*/ 2 h 57"/>
                <a:gd name="T4" fmla="*/ 32 w 1421"/>
                <a:gd name="T5" fmla="*/ 2 h 57"/>
                <a:gd name="T6" fmla="*/ 17 w 1421"/>
                <a:gd name="T7" fmla="*/ 2 h 57"/>
                <a:gd name="T8" fmla="*/ 0 w 1421"/>
                <a:gd name="T9" fmla="*/ 0 h 57"/>
                <a:gd name="T10" fmla="*/ 0 w 1421"/>
                <a:gd name="T11" fmla="*/ 34 h 57"/>
                <a:gd name="T12" fmla="*/ 0 w 1421"/>
                <a:gd name="T13" fmla="*/ 34 h 57"/>
                <a:gd name="T14" fmla="*/ 20 w 1421"/>
                <a:gd name="T15" fmla="*/ 44 h 57"/>
                <a:gd name="T16" fmla="*/ 42 w 1421"/>
                <a:gd name="T17" fmla="*/ 51 h 57"/>
                <a:gd name="T18" fmla="*/ 64 w 1421"/>
                <a:gd name="T19" fmla="*/ 56 h 57"/>
                <a:gd name="T20" fmla="*/ 85 w 1421"/>
                <a:gd name="T21" fmla="*/ 57 h 57"/>
                <a:gd name="T22" fmla="*/ 1337 w 1421"/>
                <a:gd name="T23" fmla="*/ 57 h 57"/>
                <a:gd name="T24" fmla="*/ 1337 w 1421"/>
                <a:gd name="T25" fmla="*/ 57 h 57"/>
                <a:gd name="T26" fmla="*/ 1359 w 1421"/>
                <a:gd name="T27" fmla="*/ 56 h 57"/>
                <a:gd name="T28" fmla="*/ 1381 w 1421"/>
                <a:gd name="T29" fmla="*/ 51 h 57"/>
                <a:gd name="T30" fmla="*/ 1401 w 1421"/>
                <a:gd name="T31" fmla="*/ 44 h 57"/>
                <a:gd name="T32" fmla="*/ 1421 w 1421"/>
                <a:gd name="T33" fmla="*/ 34 h 57"/>
                <a:gd name="T34" fmla="*/ 1421 w 1421"/>
                <a:gd name="T35" fmla="*/ 0 h 57"/>
                <a:gd name="T36" fmla="*/ 1421 w 1421"/>
                <a:gd name="T37" fmla="*/ 0 h 57"/>
                <a:gd name="T38" fmla="*/ 1406 w 1421"/>
                <a:gd name="T39" fmla="*/ 2 h 57"/>
                <a:gd name="T40" fmla="*/ 1389 w 1421"/>
                <a:gd name="T41" fmla="*/ 2 h 57"/>
                <a:gd name="T42" fmla="*/ 1389 w 1421"/>
                <a:gd name="T43" fmla="*/ 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21" h="57">
                  <a:moveTo>
                    <a:pt x="1389" y="2"/>
                  </a:moveTo>
                  <a:lnTo>
                    <a:pt x="32" y="2"/>
                  </a:lnTo>
                  <a:lnTo>
                    <a:pt x="32" y="2"/>
                  </a:lnTo>
                  <a:lnTo>
                    <a:pt x="17" y="2"/>
                  </a:lnTo>
                  <a:lnTo>
                    <a:pt x="0" y="0"/>
                  </a:lnTo>
                  <a:lnTo>
                    <a:pt x="0" y="34"/>
                  </a:lnTo>
                  <a:lnTo>
                    <a:pt x="0" y="34"/>
                  </a:lnTo>
                  <a:lnTo>
                    <a:pt x="20" y="44"/>
                  </a:lnTo>
                  <a:lnTo>
                    <a:pt x="42" y="51"/>
                  </a:lnTo>
                  <a:lnTo>
                    <a:pt x="64" y="56"/>
                  </a:lnTo>
                  <a:lnTo>
                    <a:pt x="85" y="57"/>
                  </a:lnTo>
                  <a:lnTo>
                    <a:pt x="1337" y="57"/>
                  </a:lnTo>
                  <a:lnTo>
                    <a:pt x="1337" y="57"/>
                  </a:lnTo>
                  <a:lnTo>
                    <a:pt x="1359" y="56"/>
                  </a:lnTo>
                  <a:lnTo>
                    <a:pt x="1381" y="51"/>
                  </a:lnTo>
                  <a:lnTo>
                    <a:pt x="1401" y="44"/>
                  </a:lnTo>
                  <a:lnTo>
                    <a:pt x="1421" y="34"/>
                  </a:lnTo>
                  <a:lnTo>
                    <a:pt x="1421" y="0"/>
                  </a:lnTo>
                  <a:lnTo>
                    <a:pt x="1421" y="0"/>
                  </a:lnTo>
                  <a:lnTo>
                    <a:pt x="1406" y="2"/>
                  </a:lnTo>
                  <a:lnTo>
                    <a:pt x="1389" y="2"/>
                  </a:lnTo>
                  <a:lnTo>
                    <a:pt x="1389" y="2"/>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lumMod val="95000"/>
                  </a:srgbClr>
                </a:gs>
                <a:gs pos="9000">
                  <a:srgbClr val="DFE0E1">
                    <a:lumMod val="9500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grpSp>
      <p:sp>
        <p:nvSpPr>
          <p:cNvPr id="5" name="Picture Placeholder 4"/>
          <p:cNvSpPr>
            <a:spLocks noGrp="1"/>
          </p:cNvSpPr>
          <p:nvPr>
            <p:ph type="pic" sz="quarter" idx="12" hasCustomPrompt="1"/>
          </p:nvPr>
        </p:nvSpPr>
        <p:spPr>
          <a:xfrm>
            <a:off x="6825291" y="1400175"/>
            <a:ext cx="5762625" cy="3600450"/>
          </a:xfrm>
          <a:solidFill>
            <a:schemeClr val="bg1">
              <a:lumMod val="95000"/>
            </a:schemeClr>
          </a:solidFill>
        </p:spPr>
        <p:txBody>
          <a:bodyPr anchor="ctr" anchorCtr="0"/>
          <a:lstStyle>
            <a:lvl1pPr marL="0" indent="0" algn="ctr">
              <a:buNone/>
              <a:defRPr/>
            </a:lvl1pPr>
          </a:lstStyle>
          <a:p>
            <a:r>
              <a:rPr lang="en-US"/>
              <a:t>Thêm ảnh</a:t>
            </a:r>
          </a:p>
        </p:txBody>
      </p:sp>
      <p:sp>
        <p:nvSpPr>
          <p:cNvPr id="24" name="Title 1"/>
          <p:cNvSpPr>
            <a:spLocks noGrp="1"/>
          </p:cNvSpPr>
          <p:nvPr>
            <p:ph type="ctrTitle" hasCustomPrompt="1"/>
          </p:nvPr>
        </p:nvSpPr>
        <p:spPr>
          <a:xfrm>
            <a:off x="514349" y="1400175"/>
            <a:ext cx="5153025" cy="1655762"/>
          </a:xfrm>
        </p:spPr>
        <p:txBody>
          <a:bodyPr anchor="b" anchorCtr="0">
            <a:noAutofit/>
          </a:bodyPr>
          <a:lstStyle>
            <a:lvl1pPr algn="l">
              <a:defRPr lang="en-US" sz="4000" b="1" kern="1200" baseline="0" dirty="0">
                <a:solidFill>
                  <a:srgbClr val="0070C0"/>
                </a:solidFill>
                <a:latin typeface="K2D" panose="00000500000000000000" pitchFamily="2" charset="-34"/>
                <a:ea typeface="+mj-ea"/>
                <a:cs typeface="+mj-cs"/>
              </a:defRPr>
            </a:lvl1pPr>
          </a:lstStyle>
          <a:p>
            <a:r>
              <a:rPr lang="en-US"/>
              <a:t>Tiêu đề</a:t>
            </a:r>
            <a:endParaRPr lang="en-US" dirty="0"/>
          </a:p>
        </p:txBody>
      </p:sp>
      <p:sp>
        <p:nvSpPr>
          <p:cNvPr id="25" name="Subtitle 2"/>
          <p:cNvSpPr>
            <a:spLocks noGrp="1"/>
          </p:cNvSpPr>
          <p:nvPr>
            <p:ph type="subTitle" idx="1" hasCustomPrompt="1"/>
          </p:nvPr>
        </p:nvSpPr>
        <p:spPr>
          <a:xfrm>
            <a:off x="514348" y="3160711"/>
            <a:ext cx="5153026" cy="1839914"/>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pic>
        <p:nvPicPr>
          <p:cNvPr id="31" name="Picture 30"/>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1005A496-97A9-F2E6-5A93-82ED29991805}"/>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3C5E9CB3-D945-22DB-F3B1-01E643966ACF}"/>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F4D6A3BA-05EA-D4A6-D520-6A0BBE9ACFC1}"/>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C181D0D4-C58F-2943-9F96-7367FEA221D7}"/>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05313E83-E883-5D3C-7410-B094E1918C1E}"/>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8D148F3C-F670-4585-6238-F7F73412182A}"/>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9D5B6593-3DAF-E642-22A3-B33B2E999E01}"/>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D612E298-D721-FB54-E8B1-308FB365446A}"/>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2FDE4871-7678-DA84-8689-2F27B59205B8}"/>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613E948E-49EF-8C4E-0898-E98F72B6A12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4" name="Footer Placeholder 4">
            <a:extLst>
              <a:ext uri="{FF2B5EF4-FFF2-40B4-BE49-F238E27FC236}">
                <a16:creationId xmlns:a16="http://schemas.microsoft.com/office/drawing/2014/main" id="{35A65652-1FC1-56DE-41BF-70B7E3176F6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3516952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hone 1">
    <p:spTree>
      <p:nvGrpSpPr>
        <p:cNvPr id="1" name=""/>
        <p:cNvGrpSpPr/>
        <p:nvPr/>
      </p:nvGrpSpPr>
      <p:grpSpPr>
        <a:xfrm>
          <a:off x="0" y="0"/>
          <a:ext cx="0" cy="0"/>
          <a:chOff x="0" y="0"/>
          <a:chExt cx="0" cy="0"/>
        </a:xfrm>
      </p:grpSpPr>
      <p:sp>
        <p:nvSpPr>
          <p:cNvPr id="24" name="Title 1"/>
          <p:cNvSpPr>
            <a:spLocks noGrp="1"/>
          </p:cNvSpPr>
          <p:nvPr>
            <p:ph type="ctrTitle" hasCustomPrompt="1"/>
          </p:nvPr>
        </p:nvSpPr>
        <p:spPr>
          <a:xfrm>
            <a:off x="514349" y="1048131"/>
            <a:ext cx="5153025" cy="1655762"/>
          </a:xfrm>
        </p:spPr>
        <p:txBody>
          <a:bodyPr anchor="b" anchorCtr="0">
            <a:noAutofit/>
          </a:bodyPr>
          <a:lstStyle>
            <a:lvl1pPr algn="l">
              <a:defRPr lang="en-US" sz="4000" b="1" kern="1200" baseline="0" dirty="0">
                <a:solidFill>
                  <a:srgbClr val="0070C0"/>
                </a:solidFill>
                <a:latin typeface="K2D" panose="00000500000000000000" pitchFamily="2" charset="-34"/>
                <a:ea typeface="+mj-ea"/>
                <a:cs typeface="+mj-cs"/>
              </a:defRPr>
            </a:lvl1pPr>
          </a:lstStyle>
          <a:p>
            <a:r>
              <a:rPr lang="en-US"/>
              <a:t>Tiêu đề</a:t>
            </a:r>
            <a:endParaRPr lang="en-US" dirty="0"/>
          </a:p>
        </p:txBody>
      </p:sp>
      <p:sp>
        <p:nvSpPr>
          <p:cNvPr id="25" name="Subtitle 2"/>
          <p:cNvSpPr>
            <a:spLocks noGrp="1"/>
          </p:cNvSpPr>
          <p:nvPr>
            <p:ph type="subTitle" idx="1" hasCustomPrompt="1"/>
          </p:nvPr>
        </p:nvSpPr>
        <p:spPr>
          <a:xfrm>
            <a:off x="514348" y="2808667"/>
            <a:ext cx="5153026" cy="2287208"/>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pic>
        <p:nvPicPr>
          <p:cNvPr id="17" name="Picture 16">
            <a:extLst>
              <a:ext uri="{FF2B5EF4-FFF2-40B4-BE49-F238E27FC236}">
                <a16:creationId xmlns:a16="http://schemas.microsoft.com/office/drawing/2014/main" id="{FB96C117-0DD7-57D2-DF3E-3C0A174E03F4}"/>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3" y="1742120"/>
            <a:ext cx="3453753" cy="3402396"/>
          </a:xfrm>
          <a:prstGeom prst="rect">
            <a:avLst/>
          </a:prstGeom>
        </p:spPr>
      </p:pic>
      <p:pic>
        <p:nvPicPr>
          <p:cNvPr id="20" name="Picture 2" descr="Samsung Mobile Mockup Template Download on Pngtree | Mobile mockup, Samsung  mobile, Samsu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746875" y="657226"/>
            <a:ext cx="4972049" cy="4972050"/>
          </a:xfrm>
          <a:prstGeom prst="rect">
            <a:avLst/>
          </a:prstGeom>
          <a:noFill/>
          <a:extLst>
            <a:ext uri="{909E8E84-426E-40DD-AFC4-6F175D3DCCD1}">
              <a14:hiddenFill xmlns:a14="http://schemas.microsoft.com/office/drawing/2010/main">
                <a:solidFill>
                  <a:srgbClr val="FFFFFF"/>
                </a:solidFill>
              </a14:hiddenFill>
            </a:ext>
          </a:extLst>
        </p:spPr>
      </p:pic>
      <p:sp>
        <p:nvSpPr>
          <p:cNvPr id="21" name="Picture Placeholder 5"/>
          <p:cNvSpPr>
            <a:spLocks noGrp="1"/>
          </p:cNvSpPr>
          <p:nvPr>
            <p:ph type="pic" sz="quarter" idx="12" hasCustomPrompt="1"/>
          </p:nvPr>
        </p:nvSpPr>
        <p:spPr>
          <a:xfrm>
            <a:off x="8305800" y="1057275"/>
            <a:ext cx="2095500" cy="4038600"/>
          </a:xfrm>
          <a:prstGeom prst="roundRect">
            <a:avLst>
              <a:gd name="adj" fmla="val 4741"/>
            </a:avLst>
          </a:prstGeom>
          <a:solidFill>
            <a:schemeClr val="bg1">
              <a:lumMod val="95000"/>
            </a:schemeClr>
          </a:solidFill>
        </p:spPr>
        <p:txBody>
          <a:bodyPr anchor="ctr" anchorCtr="0"/>
          <a:lstStyle>
            <a:lvl1pPr marL="0" indent="0" algn="ctr">
              <a:buNone/>
              <a:defRPr/>
            </a:lvl1pPr>
          </a:lstStyle>
          <a:p>
            <a:r>
              <a:rPr lang="en-US"/>
              <a:t>Thêm ảnh</a:t>
            </a:r>
          </a:p>
        </p:txBody>
      </p:sp>
      <p:pic>
        <p:nvPicPr>
          <p:cNvPr id="18" name="Picture 17"/>
          <p:cNvPicPr>
            <a:picLocks noChangeAspect="1"/>
          </p:cNvPicPr>
          <p:nvPr userDrawn="1"/>
        </p:nvPicPr>
        <p:blipFill>
          <a:blip r:embed="rId4"/>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9F5E8B0A-35A9-1D4F-DB19-BE07791E78F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68DE1F6B-3A1F-F4AA-B616-B69C903A9093}"/>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3DA17A55-6967-1E8F-7303-5303CBD602A3}"/>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1D4F218F-2B5C-5125-3565-DD9470D67757}"/>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45F21373-8291-8606-349F-C9D37F7F42EA}"/>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890A1A8-07D6-CC23-110F-A4349C95D83B}"/>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C4B2C4FA-6364-1259-35B8-B7538FBAB89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C298D622-19A9-9C4F-D8B3-A0B8BACFDA92}"/>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81D19E43-BFD6-BAEA-5172-CB6E311691D2}"/>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086DB862-383E-AC4E-53C8-05578489E46A}"/>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2" name="Footer Placeholder 4">
            <a:extLst>
              <a:ext uri="{FF2B5EF4-FFF2-40B4-BE49-F238E27FC236}">
                <a16:creationId xmlns:a16="http://schemas.microsoft.com/office/drawing/2014/main" id="{861406AB-9157-BB66-317E-91FF66767BA9}"/>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40674974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hone 2">
    <p:spTree>
      <p:nvGrpSpPr>
        <p:cNvPr id="1" name=""/>
        <p:cNvGrpSpPr/>
        <p:nvPr/>
      </p:nvGrpSpPr>
      <p:grpSpPr>
        <a:xfrm>
          <a:off x="0" y="0"/>
          <a:ext cx="0" cy="0"/>
          <a:chOff x="0" y="0"/>
          <a:chExt cx="0" cy="0"/>
        </a:xfrm>
      </p:grpSpPr>
      <p:pic>
        <p:nvPicPr>
          <p:cNvPr id="14" name="Picture 2">
            <a:extLst>
              <a:ext uri="{FF2B5EF4-FFF2-40B4-BE49-F238E27FC236}">
                <a16:creationId xmlns:a16="http://schemas.microsoft.com/office/drawing/2014/main" id="{E6F05EB3-1A18-FFAB-87F4-C3B6F94C3D6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7943863" y="1011126"/>
            <a:ext cx="3171810" cy="513878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C5B58D15-E021-9409-2BF6-38B86625489C}"/>
              </a:ext>
            </a:extLst>
          </p:cNvPr>
          <p:cNvPicPr>
            <a:picLocks noChangeAspect="1"/>
          </p:cNvPicPr>
          <p:nvPr userDrawn="1"/>
        </p:nvPicPr>
        <p:blipFill>
          <a:blip r:embed="rId3">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3" y="1742120"/>
            <a:ext cx="3453753" cy="3402396"/>
          </a:xfrm>
          <a:prstGeom prst="rect">
            <a:avLst/>
          </a:prstGeom>
        </p:spPr>
      </p:pic>
      <p:pic>
        <p:nvPicPr>
          <p:cNvPr id="26" name="Picture 25"/>
          <p:cNvPicPr>
            <a:picLocks noChangeAspect="1"/>
          </p:cNvPicPr>
          <p:nvPr userDrawn="1"/>
        </p:nvPicPr>
        <p:blipFill>
          <a:blip r:embed="rId4"/>
          <a:stretch>
            <a:fillRect/>
          </a:stretch>
        </p:blipFill>
        <p:spPr>
          <a:xfrm>
            <a:off x="11987783" y="93587"/>
            <a:ext cx="107165" cy="107007"/>
          </a:xfrm>
          <a:prstGeom prst="rect">
            <a:avLst/>
          </a:prstGeom>
        </p:spPr>
      </p:pic>
      <p:sp>
        <p:nvSpPr>
          <p:cNvPr id="27" name="Title 1">
            <a:extLst>
              <a:ext uri="{FF2B5EF4-FFF2-40B4-BE49-F238E27FC236}">
                <a16:creationId xmlns:a16="http://schemas.microsoft.com/office/drawing/2014/main" id="{E05A38DB-2EAE-47C8-9F84-174DA202456A}"/>
              </a:ext>
            </a:extLst>
          </p:cNvPr>
          <p:cNvSpPr>
            <a:spLocks noGrp="1"/>
          </p:cNvSpPr>
          <p:nvPr>
            <p:ph type="ctrTitle" hasCustomPrompt="1"/>
          </p:nvPr>
        </p:nvSpPr>
        <p:spPr>
          <a:xfrm>
            <a:off x="514349" y="1048131"/>
            <a:ext cx="5153025" cy="1655762"/>
          </a:xfrm>
        </p:spPr>
        <p:txBody>
          <a:bodyPr anchor="b" anchorCtr="0">
            <a:noAutofit/>
          </a:bodyPr>
          <a:lstStyle>
            <a:lvl1pPr algn="l">
              <a:defRPr lang="en-US" sz="4000" b="1" kern="1200" baseline="0" dirty="0">
                <a:solidFill>
                  <a:srgbClr val="0070C0"/>
                </a:solidFill>
                <a:latin typeface="K2D" panose="00000500000000000000" pitchFamily="2" charset="-34"/>
                <a:ea typeface="+mj-ea"/>
                <a:cs typeface="+mj-cs"/>
              </a:defRPr>
            </a:lvl1pPr>
          </a:lstStyle>
          <a:p>
            <a:r>
              <a:rPr lang="en-US"/>
              <a:t>Tiêu đề</a:t>
            </a:r>
            <a:endParaRPr lang="en-US" dirty="0"/>
          </a:p>
        </p:txBody>
      </p:sp>
      <p:sp>
        <p:nvSpPr>
          <p:cNvPr id="28" name="Subtitle 2">
            <a:extLst>
              <a:ext uri="{FF2B5EF4-FFF2-40B4-BE49-F238E27FC236}">
                <a16:creationId xmlns:a16="http://schemas.microsoft.com/office/drawing/2014/main" id="{472C8C42-C792-4628-B171-1C30DA52BBDE}"/>
              </a:ext>
            </a:extLst>
          </p:cNvPr>
          <p:cNvSpPr>
            <a:spLocks noGrp="1"/>
          </p:cNvSpPr>
          <p:nvPr>
            <p:ph type="subTitle" idx="1" hasCustomPrompt="1"/>
          </p:nvPr>
        </p:nvSpPr>
        <p:spPr>
          <a:xfrm>
            <a:off x="514348" y="2808667"/>
            <a:ext cx="5153026" cy="2287208"/>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Slide Number Placeholder 5">
            <a:extLst>
              <a:ext uri="{FF2B5EF4-FFF2-40B4-BE49-F238E27FC236}">
                <a16:creationId xmlns:a16="http://schemas.microsoft.com/office/drawing/2014/main" id="{CEFF8FA1-B5A4-2A75-DF61-6155775A60B6}"/>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9028A97E-3A14-7BF0-D186-C53734F2598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B9894450-A56F-CB14-56CE-6BAB4A469F50}"/>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6EDC2765-72E6-0900-A64B-07D9394DE1EE}"/>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5972BBAE-9F84-4D92-5FC5-6BAC2EBBA3A7}"/>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DD8EF8C-2CE8-32A2-4893-8A1F462F5979}"/>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5C64073C-92F4-B219-BB9F-D220B1F1317A}"/>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1CDC2B2F-DD31-C057-140F-8607950C1220}"/>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1FD099AF-ADE0-F209-43E6-00047303FC95}"/>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89D6B138-607A-1698-333D-31B07D850C4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4/1/2025</a:t>
            </a:fld>
            <a:endParaRPr lang="en-US"/>
          </a:p>
        </p:txBody>
      </p:sp>
      <p:sp>
        <p:nvSpPr>
          <p:cNvPr id="12" name="Footer Placeholder 4">
            <a:extLst>
              <a:ext uri="{FF2B5EF4-FFF2-40B4-BE49-F238E27FC236}">
                <a16:creationId xmlns:a16="http://schemas.microsoft.com/office/drawing/2014/main" id="{0EC58AAA-3CCF-ABE2-A4E2-6851325D5CA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
        <p:nvSpPr>
          <p:cNvPr id="13" name="Picture Placeholder 1">
            <a:extLst>
              <a:ext uri="{FF2B5EF4-FFF2-40B4-BE49-F238E27FC236}">
                <a16:creationId xmlns:a16="http://schemas.microsoft.com/office/drawing/2014/main" id="{2E6D52DE-4D97-3181-9440-19E31A6CE81C}"/>
              </a:ext>
            </a:extLst>
          </p:cNvPr>
          <p:cNvSpPr>
            <a:spLocks noGrp="1"/>
          </p:cNvSpPr>
          <p:nvPr>
            <p:ph type="pic" sz="quarter" idx="15" hasCustomPrompt="1"/>
          </p:nvPr>
        </p:nvSpPr>
        <p:spPr>
          <a:xfrm>
            <a:off x="8461702" y="1108334"/>
            <a:ext cx="2131430" cy="4626572"/>
          </a:xfrm>
          <a:custGeom>
            <a:avLst/>
            <a:gdLst>
              <a:gd name="connsiteX0" fmla="*/ 0 w 2111887"/>
              <a:gd name="connsiteY0" fmla="*/ 247217 h 4543425"/>
              <a:gd name="connsiteX1" fmla="*/ 247217 w 2111887"/>
              <a:gd name="connsiteY1" fmla="*/ 0 h 4543425"/>
              <a:gd name="connsiteX2" fmla="*/ 1864670 w 2111887"/>
              <a:gd name="connsiteY2" fmla="*/ 0 h 4543425"/>
              <a:gd name="connsiteX3" fmla="*/ 2111887 w 2111887"/>
              <a:gd name="connsiteY3" fmla="*/ 247217 h 4543425"/>
              <a:gd name="connsiteX4" fmla="*/ 2111887 w 2111887"/>
              <a:gd name="connsiteY4" fmla="*/ 4296208 h 4543425"/>
              <a:gd name="connsiteX5" fmla="*/ 1864670 w 2111887"/>
              <a:gd name="connsiteY5" fmla="*/ 4543425 h 4543425"/>
              <a:gd name="connsiteX6" fmla="*/ 247217 w 2111887"/>
              <a:gd name="connsiteY6" fmla="*/ 4543425 h 4543425"/>
              <a:gd name="connsiteX7" fmla="*/ 0 w 2111887"/>
              <a:gd name="connsiteY7" fmla="*/ 4296208 h 4543425"/>
              <a:gd name="connsiteX8" fmla="*/ 0 w 2111887"/>
              <a:gd name="connsiteY8" fmla="*/ 247217 h 4543425"/>
              <a:gd name="connsiteX0" fmla="*/ 0 w 2111887"/>
              <a:gd name="connsiteY0" fmla="*/ 247221 h 4543429"/>
              <a:gd name="connsiteX1" fmla="*/ 247217 w 2111887"/>
              <a:gd name="connsiteY1" fmla="*/ 4 h 4543429"/>
              <a:gd name="connsiteX2" fmla="*/ 1103287 w 2111887"/>
              <a:gd name="connsiteY2" fmla="*/ 100016 h 4543429"/>
              <a:gd name="connsiteX3" fmla="*/ 1864670 w 2111887"/>
              <a:gd name="connsiteY3" fmla="*/ 4 h 4543429"/>
              <a:gd name="connsiteX4" fmla="*/ 2111887 w 2111887"/>
              <a:gd name="connsiteY4" fmla="*/ 247221 h 4543429"/>
              <a:gd name="connsiteX5" fmla="*/ 2111887 w 2111887"/>
              <a:gd name="connsiteY5" fmla="*/ 4296212 h 4543429"/>
              <a:gd name="connsiteX6" fmla="*/ 1864670 w 2111887"/>
              <a:gd name="connsiteY6" fmla="*/ 4543429 h 4543429"/>
              <a:gd name="connsiteX7" fmla="*/ 247217 w 2111887"/>
              <a:gd name="connsiteY7" fmla="*/ 4543429 h 4543429"/>
              <a:gd name="connsiteX8" fmla="*/ 0 w 2111887"/>
              <a:gd name="connsiteY8" fmla="*/ 4296212 h 4543429"/>
              <a:gd name="connsiteX9" fmla="*/ 0 w 2111887"/>
              <a:gd name="connsiteY9" fmla="*/ 247221 h 4543429"/>
              <a:gd name="connsiteX0" fmla="*/ 0 w 2111887"/>
              <a:gd name="connsiteY0" fmla="*/ 264906 h 4561114"/>
              <a:gd name="connsiteX1" fmla="*/ 247217 w 2111887"/>
              <a:gd name="connsiteY1" fmla="*/ 17689 h 4561114"/>
              <a:gd name="connsiteX2" fmla="*/ 665137 w 2111887"/>
              <a:gd name="connsiteY2" fmla="*/ 22451 h 4561114"/>
              <a:gd name="connsiteX3" fmla="*/ 1103287 w 2111887"/>
              <a:gd name="connsiteY3" fmla="*/ 117701 h 4561114"/>
              <a:gd name="connsiteX4" fmla="*/ 1864670 w 2111887"/>
              <a:gd name="connsiteY4" fmla="*/ 17689 h 4561114"/>
              <a:gd name="connsiteX5" fmla="*/ 2111887 w 2111887"/>
              <a:gd name="connsiteY5" fmla="*/ 264906 h 4561114"/>
              <a:gd name="connsiteX6" fmla="*/ 2111887 w 2111887"/>
              <a:gd name="connsiteY6" fmla="*/ 4313897 h 4561114"/>
              <a:gd name="connsiteX7" fmla="*/ 1864670 w 2111887"/>
              <a:gd name="connsiteY7" fmla="*/ 4561114 h 4561114"/>
              <a:gd name="connsiteX8" fmla="*/ 247217 w 2111887"/>
              <a:gd name="connsiteY8" fmla="*/ 4561114 h 4561114"/>
              <a:gd name="connsiteX9" fmla="*/ 0 w 2111887"/>
              <a:gd name="connsiteY9" fmla="*/ 4313897 h 4561114"/>
              <a:gd name="connsiteX10" fmla="*/ 0 w 2111887"/>
              <a:gd name="connsiteY10" fmla="*/ 264906 h 4561114"/>
              <a:gd name="connsiteX0" fmla="*/ 0 w 2111887"/>
              <a:gd name="connsiteY0" fmla="*/ 269676 h 4565884"/>
              <a:gd name="connsiteX1" fmla="*/ 247217 w 2111887"/>
              <a:gd name="connsiteY1" fmla="*/ 22459 h 4565884"/>
              <a:gd name="connsiteX2" fmla="*/ 612749 w 2111887"/>
              <a:gd name="connsiteY2" fmla="*/ 15315 h 4565884"/>
              <a:gd name="connsiteX3" fmla="*/ 1103287 w 2111887"/>
              <a:gd name="connsiteY3" fmla="*/ 122471 h 4565884"/>
              <a:gd name="connsiteX4" fmla="*/ 1864670 w 2111887"/>
              <a:gd name="connsiteY4" fmla="*/ 22459 h 4565884"/>
              <a:gd name="connsiteX5" fmla="*/ 2111887 w 2111887"/>
              <a:gd name="connsiteY5" fmla="*/ 269676 h 4565884"/>
              <a:gd name="connsiteX6" fmla="*/ 2111887 w 2111887"/>
              <a:gd name="connsiteY6" fmla="*/ 4318667 h 4565884"/>
              <a:gd name="connsiteX7" fmla="*/ 1864670 w 2111887"/>
              <a:gd name="connsiteY7" fmla="*/ 4565884 h 4565884"/>
              <a:gd name="connsiteX8" fmla="*/ 247217 w 2111887"/>
              <a:gd name="connsiteY8" fmla="*/ 4565884 h 4565884"/>
              <a:gd name="connsiteX9" fmla="*/ 0 w 2111887"/>
              <a:gd name="connsiteY9" fmla="*/ 4318667 h 4565884"/>
              <a:gd name="connsiteX10" fmla="*/ 0 w 2111887"/>
              <a:gd name="connsiteY10" fmla="*/ 269676 h 4565884"/>
              <a:gd name="connsiteX0" fmla="*/ 0 w 2111887"/>
              <a:gd name="connsiteY0" fmla="*/ 275247 h 4571455"/>
              <a:gd name="connsiteX1" fmla="*/ 247217 w 2111887"/>
              <a:gd name="connsiteY1" fmla="*/ 18505 h 4571455"/>
              <a:gd name="connsiteX2" fmla="*/ 612749 w 2111887"/>
              <a:gd name="connsiteY2" fmla="*/ 20886 h 4571455"/>
              <a:gd name="connsiteX3" fmla="*/ 1103287 w 2111887"/>
              <a:gd name="connsiteY3" fmla="*/ 128042 h 4571455"/>
              <a:gd name="connsiteX4" fmla="*/ 1864670 w 2111887"/>
              <a:gd name="connsiteY4" fmla="*/ 28030 h 4571455"/>
              <a:gd name="connsiteX5" fmla="*/ 2111887 w 2111887"/>
              <a:gd name="connsiteY5" fmla="*/ 275247 h 4571455"/>
              <a:gd name="connsiteX6" fmla="*/ 2111887 w 2111887"/>
              <a:gd name="connsiteY6" fmla="*/ 4324238 h 4571455"/>
              <a:gd name="connsiteX7" fmla="*/ 1864670 w 2111887"/>
              <a:gd name="connsiteY7" fmla="*/ 4571455 h 4571455"/>
              <a:gd name="connsiteX8" fmla="*/ 247217 w 2111887"/>
              <a:gd name="connsiteY8" fmla="*/ 4571455 h 4571455"/>
              <a:gd name="connsiteX9" fmla="*/ 0 w 2111887"/>
              <a:gd name="connsiteY9" fmla="*/ 4324238 h 4571455"/>
              <a:gd name="connsiteX10" fmla="*/ 0 w 2111887"/>
              <a:gd name="connsiteY10" fmla="*/ 275247 h 4571455"/>
              <a:gd name="connsiteX0" fmla="*/ 0 w 2111887"/>
              <a:gd name="connsiteY0" fmla="*/ 268247 h 4564455"/>
              <a:gd name="connsiteX1" fmla="*/ 247217 w 2111887"/>
              <a:gd name="connsiteY1" fmla="*/ 11505 h 4564455"/>
              <a:gd name="connsiteX2" fmla="*/ 612749 w 2111887"/>
              <a:gd name="connsiteY2" fmla="*/ 13886 h 4564455"/>
              <a:gd name="connsiteX3" fmla="*/ 1103287 w 2111887"/>
              <a:gd name="connsiteY3" fmla="*/ 121042 h 4564455"/>
              <a:gd name="connsiteX4" fmla="*/ 1864670 w 2111887"/>
              <a:gd name="connsiteY4" fmla="*/ 21030 h 4564455"/>
              <a:gd name="connsiteX5" fmla="*/ 2111887 w 2111887"/>
              <a:gd name="connsiteY5" fmla="*/ 268247 h 4564455"/>
              <a:gd name="connsiteX6" fmla="*/ 2111887 w 2111887"/>
              <a:gd name="connsiteY6" fmla="*/ 4317238 h 4564455"/>
              <a:gd name="connsiteX7" fmla="*/ 1864670 w 2111887"/>
              <a:gd name="connsiteY7" fmla="*/ 4564455 h 4564455"/>
              <a:gd name="connsiteX8" fmla="*/ 247217 w 2111887"/>
              <a:gd name="connsiteY8" fmla="*/ 4564455 h 4564455"/>
              <a:gd name="connsiteX9" fmla="*/ 0 w 2111887"/>
              <a:gd name="connsiteY9" fmla="*/ 4317238 h 4564455"/>
              <a:gd name="connsiteX10" fmla="*/ 0 w 2111887"/>
              <a:gd name="connsiteY10"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784200 w 2111887"/>
              <a:gd name="connsiteY3" fmla="*/ 59130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864670 w 2111887"/>
              <a:gd name="connsiteY6" fmla="*/ 21030 h 4564455"/>
              <a:gd name="connsiteX7" fmla="*/ 2111887 w 2111887"/>
              <a:gd name="connsiteY7" fmla="*/ 268247 h 4564455"/>
              <a:gd name="connsiteX8" fmla="*/ 2111887 w 2111887"/>
              <a:gd name="connsiteY8" fmla="*/ 4317238 h 4564455"/>
              <a:gd name="connsiteX9" fmla="*/ 1864670 w 2111887"/>
              <a:gd name="connsiteY9" fmla="*/ 4564455 h 4564455"/>
              <a:gd name="connsiteX10" fmla="*/ 247217 w 2111887"/>
              <a:gd name="connsiteY10" fmla="*/ 4564455 h 4564455"/>
              <a:gd name="connsiteX11" fmla="*/ 0 w 2111887"/>
              <a:gd name="connsiteY11" fmla="*/ 4317238 h 4564455"/>
              <a:gd name="connsiteX12" fmla="*/ 0 w 2111887"/>
              <a:gd name="connsiteY12"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600969 w 2111887"/>
              <a:gd name="connsiteY6" fmla="*/ 73418 h 4564455"/>
              <a:gd name="connsiteX7" fmla="*/ 1864670 w 2111887"/>
              <a:gd name="connsiteY7" fmla="*/ 21030 h 4564455"/>
              <a:gd name="connsiteX8" fmla="*/ 2111887 w 2111887"/>
              <a:gd name="connsiteY8" fmla="*/ 268247 h 4564455"/>
              <a:gd name="connsiteX9" fmla="*/ 2111887 w 2111887"/>
              <a:gd name="connsiteY9" fmla="*/ 4317238 h 4564455"/>
              <a:gd name="connsiteX10" fmla="*/ 1864670 w 2111887"/>
              <a:gd name="connsiteY10" fmla="*/ 4564455 h 4564455"/>
              <a:gd name="connsiteX11" fmla="*/ 247217 w 2111887"/>
              <a:gd name="connsiteY11" fmla="*/ 4564455 h 4564455"/>
              <a:gd name="connsiteX12" fmla="*/ 0 w 2111887"/>
              <a:gd name="connsiteY12" fmla="*/ 4317238 h 4564455"/>
              <a:gd name="connsiteX13" fmla="*/ 0 w 2111887"/>
              <a:gd name="connsiteY13" fmla="*/ 268247 h 4564455"/>
              <a:gd name="connsiteX0" fmla="*/ 0 w 2111887"/>
              <a:gd name="connsiteY0" fmla="*/ 271881 h 4568089"/>
              <a:gd name="connsiteX1" fmla="*/ 247217 w 2111887"/>
              <a:gd name="connsiteY1" fmla="*/ 15139 h 4568089"/>
              <a:gd name="connsiteX2" fmla="*/ 612749 w 2111887"/>
              <a:gd name="connsiteY2" fmla="*/ 17520 h 4568089"/>
              <a:gd name="connsiteX3" fmla="*/ 691331 w 2111887"/>
              <a:gd name="connsiteY3" fmla="*/ 105626 h 4568089"/>
              <a:gd name="connsiteX4" fmla="*/ 1103287 w 2111887"/>
              <a:gd name="connsiteY4" fmla="*/ 124676 h 4568089"/>
              <a:gd name="connsiteX5" fmla="*/ 1453331 w 2111887"/>
              <a:gd name="connsiteY5" fmla="*/ 127058 h 4568089"/>
              <a:gd name="connsiteX6" fmla="*/ 1520006 w 2111887"/>
              <a:gd name="connsiteY6" fmla="*/ 12758 h 4568089"/>
              <a:gd name="connsiteX7" fmla="*/ 1864670 w 2111887"/>
              <a:gd name="connsiteY7" fmla="*/ 24664 h 4568089"/>
              <a:gd name="connsiteX8" fmla="*/ 2111887 w 2111887"/>
              <a:gd name="connsiteY8" fmla="*/ 271881 h 4568089"/>
              <a:gd name="connsiteX9" fmla="*/ 2111887 w 2111887"/>
              <a:gd name="connsiteY9" fmla="*/ 4320872 h 4568089"/>
              <a:gd name="connsiteX10" fmla="*/ 1864670 w 2111887"/>
              <a:gd name="connsiteY10" fmla="*/ 4568089 h 4568089"/>
              <a:gd name="connsiteX11" fmla="*/ 247217 w 2111887"/>
              <a:gd name="connsiteY11" fmla="*/ 4568089 h 4568089"/>
              <a:gd name="connsiteX12" fmla="*/ 0 w 2111887"/>
              <a:gd name="connsiteY12" fmla="*/ 4320872 h 4568089"/>
              <a:gd name="connsiteX13" fmla="*/ 0 w 2111887"/>
              <a:gd name="connsiteY13" fmla="*/ 271881 h 4568089"/>
              <a:gd name="connsiteX0" fmla="*/ 0 w 2111887"/>
              <a:gd name="connsiteY0" fmla="*/ 272962 h 4569170"/>
              <a:gd name="connsiteX1" fmla="*/ 247217 w 2111887"/>
              <a:gd name="connsiteY1" fmla="*/ 16220 h 4569170"/>
              <a:gd name="connsiteX2" fmla="*/ 612749 w 2111887"/>
              <a:gd name="connsiteY2" fmla="*/ 18601 h 4569170"/>
              <a:gd name="connsiteX3" fmla="*/ 691331 w 2111887"/>
              <a:gd name="connsiteY3" fmla="*/ 106707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612749 w 2111887"/>
              <a:gd name="connsiteY2" fmla="*/ 18601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3465 h 4569673"/>
              <a:gd name="connsiteX1" fmla="*/ 247217 w 2111887"/>
              <a:gd name="connsiteY1" fmla="*/ 16723 h 4569673"/>
              <a:gd name="connsiteX2" fmla="*/ 579412 w 2111887"/>
              <a:gd name="connsiteY2" fmla="*/ 9580 h 4569673"/>
              <a:gd name="connsiteX3" fmla="*/ 693712 w 2111887"/>
              <a:gd name="connsiteY3" fmla="*/ 119116 h 4569673"/>
              <a:gd name="connsiteX4" fmla="*/ 1055662 w 2111887"/>
              <a:gd name="connsiteY4" fmla="*/ 126260 h 4569673"/>
              <a:gd name="connsiteX5" fmla="*/ 1453331 w 2111887"/>
              <a:gd name="connsiteY5" fmla="*/ 121498 h 4569673"/>
              <a:gd name="connsiteX6" fmla="*/ 1520006 w 2111887"/>
              <a:gd name="connsiteY6" fmla="*/ 14342 h 4569673"/>
              <a:gd name="connsiteX7" fmla="*/ 1888482 w 2111887"/>
              <a:gd name="connsiteY7" fmla="*/ 23867 h 4569673"/>
              <a:gd name="connsiteX8" fmla="*/ 2111887 w 2111887"/>
              <a:gd name="connsiteY8" fmla="*/ 273465 h 4569673"/>
              <a:gd name="connsiteX9" fmla="*/ 2111887 w 2111887"/>
              <a:gd name="connsiteY9" fmla="*/ 4322456 h 4569673"/>
              <a:gd name="connsiteX10" fmla="*/ 1864670 w 2111887"/>
              <a:gd name="connsiteY10" fmla="*/ 4569673 h 4569673"/>
              <a:gd name="connsiteX11" fmla="*/ 247217 w 2111887"/>
              <a:gd name="connsiteY11" fmla="*/ 4569673 h 4569673"/>
              <a:gd name="connsiteX12" fmla="*/ 0 w 2111887"/>
              <a:gd name="connsiteY12" fmla="*/ 4322456 h 4569673"/>
              <a:gd name="connsiteX13" fmla="*/ 0 w 2111887"/>
              <a:gd name="connsiteY13" fmla="*/ 273465 h 4569673"/>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27138 w 2111887"/>
              <a:gd name="connsiteY5" fmla="*/ 124774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5652 h 4571860"/>
              <a:gd name="connsiteX1" fmla="*/ 235311 w 2111887"/>
              <a:gd name="connsiteY1" fmla="*/ 16529 h 4571860"/>
              <a:gd name="connsiteX2" fmla="*/ 579412 w 2111887"/>
              <a:gd name="connsiteY2" fmla="*/ 11767 h 4571860"/>
              <a:gd name="connsiteX3" fmla="*/ 698474 w 2111887"/>
              <a:gd name="connsiteY3" fmla="*/ 123685 h 4571860"/>
              <a:gd name="connsiteX4" fmla="*/ 1055662 w 2111887"/>
              <a:gd name="connsiteY4" fmla="*/ 128447 h 4571860"/>
              <a:gd name="connsiteX5" fmla="*/ 1427138 w 2111887"/>
              <a:gd name="connsiteY5" fmla="*/ 126066 h 4571860"/>
              <a:gd name="connsiteX6" fmla="*/ 1520006 w 2111887"/>
              <a:gd name="connsiteY6" fmla="*/ 11766 h 4571860"/>
              <a:gd name="connsiteX7" fmla="*/ 1888482 w 2111887"/>
              <a:gd name="connsiteY7" fmla="*/ 26054 h 4571860"/>
              <a:gd name="connsiteX8" fmla="*/ 2111887 w 2111887"/>
              <a:gd name="connsiteY8" fmla="*/ 275652 h 4571860"/>
              <a:gd name="connsiteX9" fmla="*/ 2111887 w 2111887"/>
              <a:gd name="connsiteY9" fmla="*/ 4324643 h 4571860"/>
              <a:gd name="connsiteX10" fmla="*/ 1864670 w 2111887"/>
              <a:gd name="connsiteY10" fmla="*/ 4571860 h 4571860"/>
              <a:gd name="connsiteX11" fmla="*/ 247217 w 2111887"/>
              <a:gd name="connsiteY11" fmla="*/ 4571860 h 4571860"/>
              <a:gd name="connsiteX12" fmla="*/ 0 w 2111887"/>
              <a:gd name="connsiteY12" fmla="*/ 4324643 h 4571860"/>
              <a:gd name="connsiteX13" fmla="*/ 0 w 2111887"/>
              <a:gd name="connsiteY13" fmla="*/ 275652 h 4571860"/>
              <a:gd name="connsiteX0" fmla="*/ 0 w 2111887"/>
              <a:gd name="connsiteY0" fmla="*/ 277724 h 4573932"/>
              <a:gd name="connsiteX1" fmla="*/ 235311 w 2111887"/>
              <a:gd name="connsiteY1" fmla="*/ 18601 h 4573932"/>
              <a:gd name="connsiteX2" fmla="*/ 579412 w 2111887"/>
              <a:gd name="connsiteY2" fmla="*/ 13839 h 4573932"/>
              <a:gd name="connsiteX3" fmla="*/ 698474 w 2111887"/>
              <a:gd name="connsiteY3" fmla="*/ 125757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7724 h 4573932"/>
              <a:gd name="connsiteX1" fmla="*/ 235311 w 2111887"/>
              <a:gd name="connsiteY1" fmla="*/ 18601 h 4573932"/>
              <a:gd name="connsiteX2" fmla="*/ 579412 w 2111887"/>
              <a:gd name="connsiteY2" fmla="*/ 13839 h 4573932"/>
              <a:gd name="connsiteX3" fmla="*/ 762768 w 2111887"/>
              <a:gd name="connsiteY3" fmla="*/ 28126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55662 w 2111887"/>
              <a:gd name="connsiteY4" fmla="*/ 124792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46137 w 2111887"/>
              <a:gd name="connsiteY4" fmla="*/ 15255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272357 w 2111887"/>
              <a:gd name="connsiteY4" fmla="*/ 22398 h 4568205"/>
              <a:gd name="connsiteX5" fmla="*/ 1520006 w 2111887"/>
              <a:gd name="connsiteY5" fmla="*/ 8111 h 4568205"/>
              <a:gd name="connsiteX6" fmla="*/ 1895626 w 2111887"/>
              <a:gd name="connsiteY6" fmla="*/ 17637 h 4568205"/>
              <a:gd name="connsiteX7" fmla="*/ 2111887 w 2111887"/>
              <a:gd name="connsiteY7" fmla="*/ 271997 h 4568205"/>
              <a:gd name="connsiteX8" fmla="*/ 2111887 w 2111887"/>
              <a:gd name="connsiteY8" fmla="*/ 4320988 h 4568205"/>
              <a:gd name="connsiteX9" fmla="*/ 1864670 w 2111887"/>
              <a:gd name="connsiteY9" fmla="*/ 4568205 h 4568205"/>
              <a:gd name="connsiteX10" fmla="*/ 247217 w 2111887"/>
              <a:gd name="connsiteY10" fmla="*/ 4568205 h 4568205"/>
              <a:gd name="connsiteX11" fmla="*/ 0 w 2111887"/>
              <a:gd name="connsiteY11" fmla="*/ 4320988 h 4568205"/>
              <a:gd name="connsiteX12" fmla="*/ 0 w 2111887"/>
              <a:gd name="connsiteY12" fmla="*/ 271997 h 4568205"/>
              <a:gd name="connsiteX0" fmla="*/ 0 w 2111887"/>
              <a:gd name="connsiteY0" fmla="*/ 275715 h 4571923"/>
              <a:gd name="connsiteX1" fmla="*/ 235311 w 2111887"/>
              <a:gd name="connsiteY1" fmla="*/ 16592 h 4571923"/>
              <a:gd name="connsiteX2" fmla="*/ 762768 w 2111887"/>
              <a:gd name="connsiteY2" fmla="*/ 26117 h 4571923"/>
              <a:gd name="connsiteX3" fmla="*/ 1272357 w 2111887"/>
              <a:gd name="connsiteY3" fmla="*/ 26116 h 4571923"/>
              <a:gd name="connsiteX4" fmla="*/ 1520006 w 2111887"/>
              <a:gd name="connsiteY4" fmla="*/ 11829 h 4571923"/>
              <a:gd name="connsiteX5" fmla="*/ 1895626 w 2111887"/>
              <a:gd name="connsiteY5" fmla="*/ 21355 h 4571923"/>
              <a:gd name="connsiteX6" fmla="*/ 2111887 w 2111887"/>
              <a:gd name="connsiteY6" fmla="*/ 275715 h 4571923"/>
              <a:gd name="connsiteX7" fmla="*/ 2111887 w 2111887"/>
              <a:gd name="connsiteY7" fmla="*/ 4324706 h 4571923"/>
              <a:gd name="connsiteX8" fmla="*/ 1864670 w 2111887"/>
              <a:gd name="connsiteY8" fmla="*/ 4571923 h 4571923"/>
              <a:gd name="connsiteX9" fmla="*/ 247217 w 2111887"/>
              <a:gd name="connsiteY9" fmla="*/ 4571923 h 4571923"/>
              <a:gd name="connsiteX10" fmla="*/ 0 w 2111887"/>
              <a:gd name="connsiteY10" fmla="*/ 4324706 h 4571923"/>
              <a:gd name="connsiteX11" fmla="*/ 0 w 2111887"/>
              <a:gd name="connsiteY11" fmla="*/ 275715 h 4571923"/>
              <a:gd name="connsiteX0" fmla="*/ 0 w 2111887"/>
              <a:gd name="connsiteY0" fmla="*/ 275289 h 4571497"/>
              <a:gd name="connsiteX1" fmla="*/ 235311 w 2111887"/>
              <a:gd name="connsiteY1" fmla="*/ 16166 h 4571497"/>
              <a:gd name="connsiteX2" fmla="*/ 1272357 w 2111887"/>
              <a:gd name="connsiteY2" fmla="*/ 25690 h 4571497"/>
              <a:gd name="connsiteX3" fmla="*/ 1520006 w 2111887"/>
              <a:gd name="connsiteY3" fmla="*/ 11403 h 4571497"/>
              <a:gd name="connsiteX4" fmla="*/ 1895626 w 2111887"/>
              <a:gd name="connsiteY4" fmla="*/ 20929 h 4571497"/>
              <a:gd name="connsiteX5" fmla="*/ 2111887 w 2111887"/>
              <a:gd name="connsiteY5" fmla="*/ 275289 h 4571497"/>
              <a:gd name="connsiteX6" fmla="*/ 2111887 w 2111887"/>
              <a:gd name="connsiteY6" fmla="*/ 4324280 h 4571497"/>
              <a:gd name="connsiteX7" fmla="*/ 1864670 w 2111887"/>
              <a:gd name="connsiteY7" fmla="*/ 4571497 h 4571497"/>
              <a:gd name="connsiteX8" fmla="*/ 247217 w 2111887"/>
              <a:gd name="connsiteY8" fmla="*/ 4571497 h 4571497"/>
              <a:gd name="connsiteX9" fmla="*/ 0 w 2111887"/>
              <a:gd name="connsiteY9" fmla="*/ 4324280 h 4571497"/>
              <a:gd name="connsiteX10" fmla="*/ 0 w 2111887"/>
              <a:gd name="connsiteY10" fmla="*/ 275289 h 4571497"/>
              <a:gd name="connsiteX0" fmla="*/ 0 w 2111887"/>
              <a:gd name="connsiteY0" fmla="*/ 280184 h 4576392"/>
              <a:gd name="connsiteX1" fmla="*/ 235311 w 2111887"/>
              <a:gd name="connsiteY1" fmla="*/ 21061 h 4576392"/>
              <a:gd name="connsiteX2" fmla="*/ 1520006 w 2111887"/>
              <a:gd name="connsiteY2" fmla="*/ 16298 h 4576392"/>
              <a:gd name="connsiteX3" fmla="*/ 1895626 w 2111887"/>
              <a:gd name="connsiteY3" fmla="*/ 25824 h 4576392"/>
              <a:gd name="connsiteX4" fmla="*/ 2111887 w 2111887"/>
              <a:gd name="connsiteY4" fmla="*/ 280184 h 4576392"/>
              <a:gd name="connsiteX5" fmla="*/ 2111887 w 2111887"/>
              <a:gd name="connsiteY5" fmla="*/ 4329175 h 4576392"/>
              <a:gd name="connsiteX6" fmla="*/ 1864670 w 2111887"/>
              <a:gd name="connsiteY6" fmla="*/ 4576392 h 4576392"/>
              <a:gd name="connsiteX7" fmla="*/ 247217 w 2111887"/>
              <a:gd name="connsiteY7" fmla="*/ 4576392 h 4576392"/>
              <a:gd name="connsiteX8" fmla="*/ 0 w 2111887"/>
              <a:gd name="connsiteY8" fmla="*/ 4329175 h 4576392"/>
              <a:gd name="connsiteX9" fmla="*/ 0 w 2111887"/>
              <a:gd name="connsiteY9" fmla="*/ 280184 h 4576392"/>
              <a:gd name="connsiteX0" fmla="*/ 0 w 2111887"/>
              <a:gd name="connsiteY0" fmla="*/ 288917 h 4585125"/>
              <a:gd name="connsiteX1" fmla="*/ 235311 w 2111887"/>
              <a:gd name="connsiteY1" fmla="*/ 29794 h 4585125"/>
              <a:gd name="connsiteX2" fmla="*/ 1895626 w 2111887"/>
              <a:gd name="connsiteY2" fmla="*/ 34557 h 4585125"/>
              <a:gd name="connsiteX3" fmla="*/ 2111887 w 2111887"/>
              <a:gd name="connsiteY3" fmla="*/ 288917 h 4585125"/>
              <a:gd name="connsiteX4" fmla="*/ 2111887 w 2111887"/>
              <a:gd name="connsiteY4" fmla="*/ 4337908 h 4585125"/>
              <a:gd name="connsiteX5" fmla="*/ 1864670 w 2111887"/>
              <a:gd name="connsiteY5" fmla="*/ 4585125 h 4585125"/>
              <a:gd name="connsiteX6" fmla="*/ 247217 w 2111887"/>
              <a:gd name="connsiteY6" fmla="*/ 4585125 h 4585125"/>
              <a:gd name="connsiteX7" fmla="*/ 0 w 2111887"/>
              <a:gd name="connsiteY7" fmla="*/ 4337908 h 4585125"/>
              <a:gd name="connsiteX8" fmla="*/ 0 w 2111887"/>
              <a:gd name="connsiteY8" fmla="*/ 288917 h 4585125"/>
              <a:gd name="connsiteX0" fmla="*/ 0 w 2111887"/>
              <a:gd name="connsiteY0" fmla="*/ 316063 h 4612271"/>
              <a:gd name="connsiteX1" fmla="*/ 235311 w 2111887"/>
              <a:gd name="connsiteY1" fmla="*/ 56940 h 4612271"/>
              <a:gd name="connsiteX2" fmla="*/ 1888483 w 2111887"/>
              <a:gd name="connsiteY2" fmla="*/ 18841 h 4612271"/>
              <a:gd name="connsiteX3" fmla="*/ 2111887 w 2111887"/>
              <a:gd name="connsiteY3" fmla="*/ 316063 h 4612271"/>
              <a:gd name="connsiteX4" fmla="*/ 2111887 w 2111887"/>
              <a:gd name="connsiteY4" fmla="*/ 4365054 h 4612271"/>
              <a:gd name="connsiteX5" fmla="*/ 1864670 w 2111887"/>
              <a:gd name="connsiteY5" fmla="*/ 4612271 h 4612271"/>
              <a:gd name="connsiteX6" fmla="*/ 247217 w 2111887"/>
              <a:gd name="connsiteY6" fmla="*/ 4612271 h 4612271"/>
              <a:gd name="connsiteX7" fmla="*/ 0 w 2111887"/>
              <a:gd name="connsiteY7" fmla="*/ 4365054 h 4612271"/>
              <a:gd name="connsiteX8" fmla="*/ 0 w 2111887"/>
              <a:gd name="connsiteY8" fmla="*/ 316063 h 4612271"/>
              <a:gd name="connsiteX0" fmla="*/ 0 w 2111887"/>
              <a:gd name="connsiteY0" fmla="*/ 327050 h 4623258"/>
              <a:gd name="connsiteX1" fmla="*/ 223404 w 2111887"/>
              <a:gd name="connsiteY1" fmla="*/ 34589 h 4623258"/>
              <a:gd name="connsiteX2" fmla="*/ 1888483 w 2111887"/>
              <a:gd name="connsiteY2" fmla="*/ 29828 h 4623258"/>
              <a:gd name="connsiteX3" fmla="*/ 2111887 w 2111887"/>
              <a:gd name="connsiteY3" fmla="*/ 327050 h 4623258"/>
              <a:gd name="connsiteX4" fmla="*/ 2111887 w 2111887"/>
              <a:gd name="connsiteY4" fmla="*/ 4376041 h 4623258"/>
              <a:gd name="connsiteX5" fmla="*/ 1864670 w 2111887"/>
              <a:gd name="connsiteY5" fmla="*/ 4623258 h 4623258"/>
              <a:gd name="connsiteX6" fmla="*/ 247217 w 2111887"/>
              <a:gd name="connsiteY6" fmla="*/ 4623258 h 4623258"/>
              <a:gd name="connsiteX7" fmla="*/ 0 w 2111887"/>
              <a:gd name="connsiteY7" fmla="*/ 4376041 h 4623258"/>
              <a:gd name="connsiteX8" fmla="*/ 0 w 2111887"/>
              <a:gd name="connsiteY8" fmla="*/ 327050 h 4623258"/>
              <a:gd name="connsiteX0" fmla="*/ 0 w 2111887"/>
              <a:gd name="connsiteY0" fmla="*/ 318359 h 4614567"/>
              <a:gd name="connsiteX1" fmla="*/ 223404 w 2111887"/>
              <a:gd name="connsiteY1" fmla="*/ 25898 h 4614567"/>
              <a:gd name="connsiteX2" fmla="*/ 1888483 w 2111887"/>
              <a:gd name="connsiteY2" fmla="*/ 21137 h 4614567"/>
              <a:gd name="connsiteX3" fmla="*/ 2111887 w 2111887"/>
              <a:gd name="connsiteY3" fmla="*/ 318359 h 4614567"/>
              <a:gd name="connsiteX4" fmla="*/ 2111887 w 2111887"/>
              <a:gd name="connsiteY4" fmla="*/ 4367350 h 4614567"/>
              <a:gd name="connsiteX5" fmla="*/ 1864670 w 2111887"/>
              <a:gd name="connsiteY5" fmla="*/ 4614567 h 4614567"/>
              <a:gd name="connsiteX6" fmla="*/ 247217 w 2111887"/>
              <a:gd name="connsiteY6" fmla="*/ 4614567 h 4614567"/>
              <a:gd name="connsiteX7" fmla="*/ 0 w 2111887"/>
              <a:gd name="connsiteY7" fmla="*/ 4367350 h 4614567"/>
              <a:gd name="connsiteX8" fmla="*/ 0 w 2111887"/>
              <a:gd name="connsiteY8" fmla="*/ 318359 h 4614567"/>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9031"/>
              <a:gd name="connsiteY0" fmla="*/ 292265 h 4605141"/>
              <a:gd name="connsiteX1" fmla="*/ 230548 w 2119031"/>
              <a:gd name="connsiteY1" fmla="*/ 16472 h 4605141"/>
              <a:gd name="connsiteX2" fmla="*/ 1895627 w 2119031"/>
              <a:gd name="connsiteY2" fmla="*/ 11711 h 4605141"/>
              <a:gd name="connsiteX3" fmla="*/ 2119031 w 2119031"/>
              <a:gd name="connsiteY3" fmla="*/ 308933 h 4605141"/>
              <a:gd name="connsiteX4" fmla="*/ 2119031 w 2119031"/>
              <a:gd name="connsiteY4" fmla="*/ 4357924 h 4605141"/>
              <a:gd name="connsiteX5" fmla="*/ 1871814 w 2119031"/>
              <a:gd name="connsiteY5" fmla="*/ 4605141 h 4605141"/>
              <a:gd name="connsiteX6" fmla="*/ 254361 w 2119031"/>
              <a:gd name="connsiteY6" fmla="*/ 4605141 h 4605141"/>
              <a:gd name="connsiteX7" fmla="*/ 7144 w 2119031"/>
              <a:gd name="connsiteY7" fmla="*/ 4357924 h 4605141"/>
              <a:gd name="connsiteX8" fmla="*/ 0 w 2119031"/>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19031 w 2128556"/>
              <a:gd name="connsiteY4" fmla="*/ 4357924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28556 w 2128556"/>
              <a:gd name="connsiteY4" fmla="*/ 4360305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05141 h 4626572"/>
              <a:gd name="connsiteX7" fmla="*/ 7144 w 2128556"/>
              <a:gd name="connsiteY7" fmla="*/ 4357924 h 4626572"/>
              <a:gd name="connsiteX8" fmla="*/ 0 w 2128556"/>
              <a:gd name="connsiteY8" fmla="*/ 292265 h 4626572"/>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24191 h 4626572"/>
              <a:gd name="connsiteX7" fmla="*/ 7144 w 2128556"/>
              <a:gd name="connsiteY7" fmla="*/ 4357924 h 4626572"/>
              <a:gd name="connsiteX8" fmla="*/ 0 w 2128556"/>
              <a:gd name="connsiteY8" fmla="*/ 292265 h 4626572"/>
              <a:gd name="connsiteX0" fmla="*/ 2874 w 2131430"/>
              <a:gd name="connsiteY0" fmla="*/ 292265 h 4626572"/>
              <a:gd name="connsiteX1" fmla="*/ 233422 w 2131430"/>
              <a:gd name="connsiteY1" fmla="*/ 16472 h 4626572"/>
              <a:gd name="connsiteX2" fmla="*/ 1898501 w 2131430"/>
              <a:gd name="connsiteY2" fmla="*/ 11711 h 4626572"/>
              <a:gd name="connsiteX3" fmla="*/ 2131430 w 2131430"/>
              <a:gd name="connsiteY3" fmla="*/ 297027 h 4626572"/>
              <a:gd name="connsiteX4" fmla="*/ 2131430 w 2131430"/>
              <a:gd name="connsiteY4" fmla="*/ 4360305 h 4626572"/>
              <a:gd name="connsiteX5" fmla="*/ 1869925 w 2131430"/>
              <a:gd name="connsiteY5" fmla="*/ 4626572 h 4626572"/>
              <a:gd name="connsiteX6" fmla="*/ 257235 w 2131430"/>
              <a:gd name="connsiteY6" fmla="*/ 4624191 h 4626572"/>
              <a:gd name="connsiteX7" fmla="*/ 493 w 2131430"/>
              <a:gd name="connsiteY7" fmla="*/ 4357924 h 4626572"/>
              <a:gd name="connsiteX8" fmla="*/ 2874 w 2131430"/>
              <a:gd name="connsiteY8" fmla="*/ 292265 h 4626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1430" h="4626572">
                <a:moveTo>
                  <a:pt x="2874" y="292265"/>
                </a:moveTo>
                <a:cubicBezTo>
                  <a:pt x="2874" y="155731"/>
                  <a:pt x="101650" y="18853"/>
                  <a:pt x="233422" y="16472"/>
                </a:cubicBezTo>
                <a:cubicBezTo>
                  <a:pt x="556504" y="2654"/>
                  <a:pt x="1580975" y="-10045"/>
                  <a:pt x="1898501" y="11711"/>
                </a:cubicBezTo>
                <a:cubicBezTo>
                  <a:pt x="2042179" y="21236"/>
                  <a:pt x="2131430" y="160493"/>
                  <a:pt x="2131430" y="297027"/>
                </a:cubicBezTo>
                <a:lnTo>
                  <a:pt x="2131430" y="4360305"/>
                </a:lnTo>
                <a:cubicBezTo>
                  <a:pt x="2131430" y="4496839"/>
                  <a:pt x="2006459" y="4626572"/>
                  <a:pt x="1869925" y="4626572"/>
                </a:cubicBezTo>
                <a:lnTo>
                  <a:pt x="257235" y="4624191"/>
                </a:lnTo>
                <a:cubicBezTo>
                  <a:pt x="120701" y="4624191"/>
                  <a:pt x="493" y="4494458"/>
                  <a:pt x="493" y="4357924"/>
                </a:cubicBezTo>
                <a:cubicBezTo>
                  <a:pt x="-1888" y="3002704"/>
                  <a:pt x="5255" y="1647485"/>
                  <a:pt x="2874" y="292265"/>
                </a:cubicBezTo>
                <a:close/>
              </a:path>
            </a:pathLst>
          </a:custGeom>
          <a:solidFill>
            <a:schemeClr val="bg1">
              <a:lumMod val="95000"/>
            </a:schemeClr>
          </a:solidFill>
        </p:spPr>
        <p:txBody>
          <a:bodyPr anchor="ctr" anchorCtr="0"/>
          <a:lstStyle>
            <a:lvl1pPr marL="0" indent="0" algn="ctr">
              <a:buNone/>
              <a:defRPr/>
            </a:lvl1pPr>
          </a:lstStyle>
          <a:p>
            <a:r>
              <a:rPr lang="en-US"/>
              <a:t>Thêm ảnh</a:t>
            </a:r>
          </a:p>
        </p:txBody>
      </p:sp>
      <p:sp>
        <p:nvSpPr>
          <p:cNvPr id="15" name="Picture Placeholder 1">
            <a:extLst>
              <a:ext uri="{FF2B5EF4-FFF2-40B4-BE49-F238E27FC236}">
                <a16:creationId xmlns:a16="http://schemas.microsoft.com/office/drawing/2014/main" id="{88786B7F-DEAA-9BB7-8BD3-B3780EB61BCA}"/>
              </a:ext>
            </a:extLst>
          </p:cNvPr>
          <p:cNvSpPr>
            <a:spLocks noGrp="1"/>
          </p:cNvSpPr>
          <p:nvPr>
            <p:ph type="pic" sz="quarter" idx="16" hasCustomPrompt="1"/>
          </p:nvPr>
        </p:nvSpPr>
        <p:spPr>
          <a:xfrm>
            <a:off x="9255760" y="1200818"/>
            <a:ext cx="534445" cy="155541"/>
          </a:xfrm>
          <a:custGeom>
            <a:avLst/>
            <a:gdLst>
              <a:gd name="connsiteX0" fmla="*/ 0 w 2111887"/>
              <a:gd name="connsiteY0" fmla="*/ 247217 h 4543425"/>
              <a:gd name="connsiteX1" fmla="*/ 247217 w 2111887"/>
              <a:gd name="connsiteY1" fmla="*/ 0 h 4543425"/>
              <a:gd name="connsiteX2" fmla="*/ 1864670 w 2111887"/>
              <a:gd name="connsiteY2" fmla="*/ 0 h 4543425"/>
              <a:gd name="connsiteX3" fmla="*/ 2111887 w 2111887"/>
              <a:gd name="connsiteY3" fmla="*/ 247217 h 4543425"/>
              <a:gd name="connsiteX4" fmla="*/ 2111887 w 2111887"/>
              <a:gd name="connsiteY4" fmla="*/ 4296208 h 4543425"/>
              <a:gd name="connsiteX5" fmla="*/ 1864670 w 2111887"/>
              <a:gd name="connsiteY5" fmla="*/ 4543425 h 4543425"/>
              <a:gd name="connsiteX6" fmla="*/ 247217 w 2111887"/>
              <a:gd name="connsiteY6" fmla="*/ 4543425 h 4543425"/>
              <a:gd name="connsiteX7" fmla="*/ 0 w 2111887"/>
              <a:gd name="connsiteY7" fmla="*/ 4296208 h 4543425"/>
              <a:gd name="connsiteX8" fmla="*/ 0 w 2111887"/>
              <a:gd name="connsiteY8" fmla="*/ 247217 h 4543425"/>
              <a:gd name="connsiteX0" fmla="*/ 0 w 2111887"/>
              <a:gd name="connsiteY0" fmla="*/ 247221 h 4543429"/>
              <a:gd name="connsiteX1" fmla="*/ 247217 w 2111887"/>
              <a:gd name="connsiteY1" fmla="*/ 4 h 4543429"/>
              <a:gd name="connsiteX2" fmla="*/ 1103287 w 2111887"/>
              <a:gd name="connsiteY2" fmla="*/ 100016 h 4543429"/>
              <a:gd name="connsiteX3" fmla="*/ 1864670 w 2111887"/>
              <a:gd name="connsiteY3" fmla="*/ 4 h 4543429"/>
              <a:gd name="connsiteX4" fmla="*/ 2111887 w 2111887"/>
              <a:gd name="connsiteY4" fmla="*/ 247221 h 4543429"/>
              <a:gd name="connsiteX5" fmla="*/ 2111887 w 2111887"/>
              <a:gd name="connsiteY5" fmla="*/ 4296212 h 4543429"/>
              <a:gd name="connsiteX6" fmla="*/ 1864670 w 2111887"/>
              <a:gd name="connsiteY6" fmla="*/ 4543429 h 4543429"/>
              <a:gd name="connsiteX7" fmla="*/ 247217 w 2111887"/>
              <a:gd name="connsiteY7" fmla="*/ 4543429 h 4543429"/>
              <a:gd name="connsiteX8" fmla="*/ 0 w 2111887"/>
              <a:gd name="connsiteY8" fmla="*/ 4296212 h 4543429"/>
              <a:gd name="connsiteX9" fmla="*/ 0 w 2111887"/>
              <a:gd name="connsiteY9" fmla="*/ 247221 h 4543429"/>
              <a:gd name="connsiteX0" fmla="*/ 0 w 2111887"/>
              <a:gd name="connsiteY0" fmla="*/ 264906 h 4561114"/>
              <a:gd name="connsiteX1" fmla="*/ 247217 w 2111887"/>
              <a:gd name="connsiteY1" fmla="*/ 17689 h 4561114"/>
              <a:gd name="connsiteX2" fmla="*/ 665137 w 2111887"/>
              <a:gd name="connsiteY2" fmla="*/ 22451 h 4561114"/>
              <a:gd name="connsiteX3" fmla="*/ 1103287 w 2111887"/>
              <a:gd name="connsiteY3" fmla="*/ 117701 h 4561114"/>
              <a:gd name="connsiteX4" fmla="*/ 1864670 w 2111887"/>
              <a:gd name="connsiteY4" fmla="*/ 17689 h 4561114"/>
              <a:gd name="connsiteX5" fmla="*/ 2111887 w 2111887"/>
              <a:gd name="connsiteY5" fmla="*/ 264906 h 4561114"/>
              <a:gd name="connsiteX6" fmla="*/ 2111887 w 2111887"/>
              <a:gd name="connsiteY6" fmla="*/ 4313897 h 4561114"/>
              <a:gd name="connsiteX7" fmla="*/ 1864670 w 2111887"/>
              <a:gd name="connsiteY7" fmla="*/ 4561114 h 4561114"/>
              <a:gd name="connsiteX8" fmla="*/ 247217 w 2111887"/>
              <a:gd name="connsiteY8" fmla="*/ 4561114 h 4561114"/>
              <a:gd name="connsiteX9" fmla="*/ 0 w 2111887"/>
              <a:gd name="connsiteY9" fmla="*/ 4313897 h 4561114"/>
              <a:gd name="connsiteX10" fmla="*/ 0 w 2111887"/>
              <a:gd name="connsiteY10" fmla="*/ 264906 h 4561114"/>
              <a:gd name="connsiteX0" fmla="*/ 0 w 2111887"/>
              <a:gd name="connsiteY0" fmla="*/ 269676 h 4565884"/>
              <a:gd name="connsiteX1" fmla="*/ 247217 w 2111887"/>
              <a:gd name="connsiteY1" fmla="*/ 22459 h 4565884"/>
              <a:gd name="connsiteX2" fmla="*/ 612749 w 2111887"/>
              <a:gd name="connsiteY2" fmla="*/ 15315 h 4565884"/>
              <a:gd name="connsiteX3" fmla="*/ 1103287 w 2111887"/>
              <a:gd name="connsiteY3" fmla="*/ 122471 h 4565884"/>
              <a:gd name="connsiteX4" fmla="*/ 1864670 w 2111887"/>
              <a:gd name="connsiteY4" fmla="*/ 22459 h 4565884"/>
              <a:gd name="connsiteX5" fmla="*/ 2111887 w 2111887"/>
              <a:gd name="connsiteY5" fmla="*/ 269676 h 4565884"/>
              <a:gd name="connsiteX6" fmla="*/ 2111887 w 2111887"/>
              <a:gd name="connsiteY6" fmla="*/ 4318667 h 4565884"/>
              <a:gd name="connsiteX7" fmla="*/ 1864670 w 2111887"/>
              <a:gd name="connsiteY7" fmla="*/ 4565884 h 4565884"/>
              <a:gd name="connsiteX8" fmla="*/ 247217 w 2111887"/>
              <a:gd name="connsiteY8" fmla="*/ 4565884 h 4565884"/>
              <a:gd name="connsiteX9" fmla="*/ 0 w 2111887"/>
              <a:gd name="connsiteY9" fmla="*/ 4318667 h 4565884"/>
              <a:gd name="connsiteX10" fmla="*/ 0 w 2111887"/>
              <a:gd name="connsiteY10" fmla="*/ 269676 h 4565884"/>
              <a:gd name="connsiteX0" fmla="*/ 0 w 2111887"/>
              <a:gd name="connsiteY0" fmla="*/ 275247 h 4571455"/>
              <a:gd name="connsiteX1" fmla="*/ 247217 w 2111887"/>
              <a:gd name="connsiteY1" fmla="*/ 18505 h 4571455"/>
              <a:gd name="connsiteX2" fmla="*/ 612749 w 2111887"/>
              <a:gd name="connsiteY2" fmla="*/ 20886 h 4571455"/>
              <a:gd name="connsiteX3" fmla="*/ 1103287 w 2111887"/>
              <a:gd name="connsiteY3" fmla="*/ 128042 h 4571455"/>
              <a:gd name="connsiteX4" fmla="*/ 1864670 w 2111887"/>
              <a:gd name="connsiteY4" fmla="*/ 28030 h 4571455"/>
              <a:gd name="connsiteX5" fmla="*/ 2111887 w 2111887"/>
              <a:gd name="connsiteY5" fmla="*/ 275247 h 4571455"/>
              <a:gd name="connsiteX6" fmla="*/ 2111887 w 2111887"/>
              <a:gd name="connsiteY6" fmla="*/ 4324238 h 4571455"/>
              <a:gd name="connsiteX7" fmla="*/ 1864670 w 2111887"/>
              <a:gd name="connsiteY7" fmla="*/ 4571455 h 4571455"/>
              <a:gd name="connsiteX8" fmla="*/ 247217 w 2111887"/>
              <a:gd name="connsiteY8" fmla="*/ 4571455 h 4571455"/>
              <a:gd name="connsiteX9" fmla="*/ 0 w 2111887"/>
              <a:gd name="connsiteY9" fmla="*/ 4324238 h 4571455"/>
              <a:gd name="connsiteX10" fmla="*/ 0 w 2111887"/>
              <a:gd name="connsiteY10" fmla="*/ 275247 h 4571455"/>
              <a:gd name="connsiteX0" fmla="*/ 0 w 2111887"/>
              <a:gd name="connsiteY0" fmla="*/ 268247 h 4564455"/>
              <a:gd name="connsiteX1" fmla="*/ 247217 w 2111887"/>
              <a:gd name="connsiteY1" fmla="*/ 11505 h 4564455"/>
              <a:gd name="connsiteX2" fmla="*/ 612749 w 2111887"/>
              <a:gd name="connsiteY2" fmla="*/ 13886 h 4564455"/>
              <a:gd name="connsiteX3" fmla="*/ 1103287 w 2111887"/>
              <a:gd name="connsiteY3" fmla="*/ 121042 h 4564455"/>
              <a:gd name="connsiteX4" fmla="*/ 1864670 w 2111887"/>
              <a:gd name="connsiteY4" fmla="*/ 21030 h 4564455"/>
              <a:gd name="connsiteX5" fmla="*/ 2111887 w 2111887"/>
              <a:gd name="connsiteY5" fmla="*/ 268247 h 4564455"/>
              <a:gd name="connsiteX6" fmla="*/ 2111887 w 2111887"/>
              <a:gd name="connsiteY6" fmla="*/ 4317238 h 4564455"/>
              <a:gd name="connsiteX7" fmla="*/ 1864670 w 2111887"/>
              <a:gd name="connsiteY7" fmla="*/ 4564455 h 4564455"/>
              <a:gd name="connsiteX8" fmla="*/ 247217 w 2111887"/>
              <a:gd name="connsiteY8" fmla="*/ 4564455 h 4564455"/>
              <a:gd name="connsiteX9" fmla="*/ 0 w 2111887"/>
              <a:gd name="connsiteY9" fmla="*/ 4317238 h 4564455"/>
              <a:gd name="connsiteX10" fmla="*/ 0 w 2111887"/>
              <a:gd name="connsiteY10"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784200 w 2111887"/>
              <a:gd name="connsiteY3" fmla="*/ 59130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864670 w 2111887"/>
              <a:gd name="connsiteY6" fmla="*/ 21030 h 4564455"/>
              <a:gd name="connsiteX7" fmla="*/ 2111887 w 2111887"/>
              <a:gd name="connsiteY7" fmla="*/ 268247 h 4564455"/>
              <a:gd name="connsiteX8" fmla="*/ 2111887 w 2111887"/>
              <a:gd name="connsiteY8" fmla="*/ 4317238 h 4564455"/>
              <a:gd name="connsiteX9" fmla="*/ 1864670 w 2111887"/>
              <a:gd name="connsiteY9" fmla="*/ 4564455 h 4564455"/>
              <a:gd name="connsiteX10" fmla="*/ 247217 w 2111887"/>
              <a:gd name="connsiteY10" fmla="*/ 4564455 h 4564455"/>
              <a:gd name="connsiteX11" fmla="*/ 0 w 2111887"/>
              <a:gd name="connsiteY11" fmla="*/ 4317238 h 4564455"/>
              <a:gd name="connsiteX12" fmla="*/ 0 w 2111887"/>
              <a:gd name="connsiteY12"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600969 w 2111887"/>
              <a:gd name="connsiteY6" fmla="*/ 73418 h 4564455"/>
              <a:gd name="connsiteX7" fmla="*/ 1864670 w 2111887"/>
              <a:gd name="connsiteY7" fmla="*/ 21030 h 4564455"/>
              <a:gd name="connsiteX8" fmla="*/ 2111887 w 2111887"/>
              <a:gd name="connsiteY8" fmla="*/ 268247 h 4564455"/>
              <a:gd name="connsiteX9" fmla="*/ 2111887 w 2111887"/>
              <a:gd name="connsiteY9" fmla="*/ 4317238 h 4564455"/>
              <a:gd name="connsiteX10" fmla="*/ 1864670 w 2111887"/>
              <a:gd name="connsiteY10" fmla="*/ 4564455 h 4564455"/>
              <a:gd name="connsiteX11" fmla="*/ 247217 w 2111887"/>
              <a:gd name="connsiteY11" fmla="*/ 4564455 h 4564455"/>
              <a:gd name="connsiteX12" fmla="*/ 0 w 2111887"/>
              <a:gd name="connsiteY12" fmla="*/ 4317238 h 4564455"/>
              <a:gd name="connsiteX13" fmla="*/ 0 w 2111887"/>
              <a:gd name="connsiteY13" fmla="*/ 268247 h 4564455"/>
              <a:gd name="connsiteX0" fmla="*/ 0 w 2111887"/>
              <a:gd name="connsiteY0" fmla="*/ 271881 h 4568089"/>
              <a:gd name="connsiteX1" fmla="*/ 247217 w 2111887"/>
              <a:gd name="connsiteY1" fmla="*/ 15139 h 4568089"/>
              <a:gd name="connsiteX2" fmla="*/ 612749 w 2111887"/>
              <a:gd name="connsiteY2" fmla="*/ 17520 h 4568089"/>
              <a:gd name="connsiteX3" fmla="*/ 691331 w 2111887"/>
              <a:gd name="connsiteY3" fmla="*/ 105626 h 4568089"/>
              <a:gd name="connsiteX4" fmla="*/ 1103287 w 2111887"/>
              <a:gd name="connsiteY4" fmla="*/ 124676 h 4568089"/>
              <a:gd name="connsiteX5" fmla="*/ 1453331 w 2111887"/>
              <a:gd name="connsiteY5" fmla="*/ 127058 h 4568089"/>
              <a:gd name="connsiteX6" fmla="*/ 1520006 w 2111887"/>
              <a:gd name="connsiteY6" fmla="*/ 12758 h 4568089"/>
              <a:gd name="connsiteX7" fmla="*/ 1864670 w 2111887"/>
              <a:gd name="connsiteY7" fmla="*/ 24664 h 4568089"/>
              <a:gd name="connsiteX8" fmla="*/ 2111887 w 2111887"/>
              <a:gd name="connsiteY8" fmla="*/ 271881 h 4568089"/>
              <a:gd name="connsiteX9" fmla="*/ 2111887 w 2111887"/>
              <a:gd name="connsiteY9" fmla="*/ 4320872 h 4568089"/>
              <a:gd name="connsiteX10" fmla="*/ 1864670 w 2111887"/>
              <a:gd name="connsiteY10" fmla="*/ 4568089 h 4568089"/>
              <a:gd name="connsiteX11" fmla="*/ 247217 w 2111887"/>
              <a:gd name="connsiteY11" fmla="*/ 4568089 h 4568089"/>
              <a:gd name="connsiteX12" fmla="*/ 0 w 2111887"/>
              <a:gd name="connsiteY12" fmla="*/ 4320872 h 4568089"/>
              <a:gd name="connsiteX13" fmla="*/ 0 w 2111887"/>
              <a:gd name="connsiteY13" fmla="*/ 271881 h 4568089"/>
              <a:gd name="connsiteX0" fmla="*/ 0 w 2111887"/>
              <a:gd name="connsiteY0" fmla="*/ 272962 h 4569170"/>
              <a:gd name="connsiteX1" fmla="*/ 247217 w 2111887"/>
              <a:gd name="connsiteY1" fmla="*/ 16220 h 4569170"/>
              <a:gd name="connsiteX2" fmla="*/ 612749 w 2111887"/>
              <a:gd name="connsiteY2" fmla="*/ 18601 h 4569170"/>
              <a:gd name="connsiteX3" fmla="*/ 691331 w 2111887"/>
              <a:gd name="connsiteY3" fmla="*/ 106707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612749 w 2111887"/>
              <a:gd name="connsiteY2" fmla="*/ 18601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3465 h 4569673"/>
              <a:gd name="connsiteX1" fmla="*/ 247217 w 2111887"/>
              <a:gd name="connsiteY1" fmla="*/ 16723 h 4569673"/>
              <a:gd name="connsiteX2" fmla="*/ 579412 w 2111887"/>
              <a:gd name="connsiteY2" fmla="*/ 9580 h 4569673"/>
              <a:gd name="connsiteX3" fmla="*/ 693712 w 2111887"/>
              <a:gd name="connsiteY3" fmla="*/ 119116 h 4569673"/>
              <a:gd name="connsiteX4" fmla="*/ 1055662 w 2111887"/>
              <a:gd name="connsiteY4" fmla="*/ 126260 h 4569673"/>
              <a:gd name="connsiteX5" fmla="*/ 1453331 w 2111887"/>
              <a:gd name="connsiteY5" fmla="*/ 121498 h 4569673"/>
              <a:gd name="connsiteX6" fmla="*/ 1520006 w 2111887"/>
              <a:gd name="connsiteY6" fmla="*/ 14342 h 4569673"/>
              <a:gd name="connsiteX7" fmla="*/ 1888482 w 2111887"/>
              <a:gd name="connsiteY7" fmla="*/ 23867 h 4569673"/>
              <a:gd name="connsiteX8" fmla="*/ 2111887 w 2111887"/>
              <a:gd name="connsiteY8" fmla="*/ 273465 h 4569673"/>
              <a:gd name="connsiteX9" fmla="*/ 2111887 w 2111887"/>
              <a:gd name="connsiteY9" fmla="*/ 4322456 h 4569673"/>
              <a:gd name="connsiteX10" fmla="*/ 1864670 w 2111887"/>
              <a:gd name="connsiteY10" fmla="*/ 4569673 h 4569673"/>
              <a:gd name="connsiteX11" fmla="*/ 247217 w 2111887"/>
              <a:gd name="connsiteY11" fmla="*/ 4569673 h 4569673"/>
              <a:gd name="connsiteX12" fmla="*/ 0 w 2111887"/>
              <a:gd name="connsiteY12" fmla="*/ 4322456 h 4569673"/>
              <a:gd name="connsiteX13" fmla="*/ 0 w 2111887"/>
              <a:gd name="connsiteY13" fmla="*/ 273465 h 4569673"/>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27138 w 2111887"/>
              <a:gd name="connsiteY5" fmla="*/ 124774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5652 h 4571860"/>
              <a:gd name="connsiteX1" fmla="*/ 235311 w 2111887"/>
              <a:gd name="connsiteY1" fmla="*/ 16529 h 4571860"/>
              <a:gd name="connsiteX2" fmla="*/ 579412 w 2111887"/>
              <a:gd name="connsiteY2" fmla="*/ 11767 h 4571860"/>
              <a:gd name="connsiteX3" fmla="*/ 698474 w 2111887"/>
              <a:gd name="connsiteY3" fmla="*/ 123685 h 4571860"/>
              <a:gd name="connsiteX4" fmla="*/ 1055662 w 2111887"/>
              <a:gd name="connsiteY4" fmla="*/ 128447 h 4571860"/>
              <a:gd name="connsiteX5" fmla="*/ 1427138 w 2111887"/>
              <a:gd name="connsiteY5" fmla="*/ 126066 h 4571860"/>
              <a:gd name="connsiteX6" fmla="*/ 1520006 w 2111887"/>
              <a:gd name="connsiteY6" fmla="*/ 11766 h 4571860"/>
              <a:gd name="connsiteX7" fmla="*/ 1888482 w 2111887"/>
              <a:gd name="connsiteY7" fmla="*/ 26054 h 4571860"/>
              <a:gd name="connsiteX8" fmla="*/ 2111887 w 2111887"/>
              <a:gd name="connsiteY8" fmla="*/ 275652 h 4571860"/>
              <a:gd name="connsiteX9" fmla="*/ 2111887 w 2111887"/>
              <a:gd name="connsiteY9" fmla="*/ 4324643 h 4571860"/>
              <a:gd name="connsiteX10" fmla="*/ 1864670 w 2111887"/>
              <a:gd name="connsiteY10" fmla="*/ 4571860 h 4571860"/>
              <a:gd name="connsiteX11" fmla="*/ 247217 w 2111887"/>
              <a:gd name="connsiteY11" fmla="*/ 4571860 h 4571860"/>
              <a:gd name="connsiteX12" fmla="*/ 0 w 2111887"/>
              <a:gd name="connsiteY12" fmla="*/ 4324643 h 4571860"/>
              <a:gd name="connsiteX13" fmla="*/ 0 w 2111887"/>
              <a:gd name="connsiteY13" fmla="*/ 275652 h 4571860"/>
              <a:gd name="connsiteX0" fmla="*/ 0 w 2111887"/>
              <a:gd name="connsiteY0" fmla="*/ 277724 h 4573932"/>
              <a:gd name="connsiteX1" fmla="*/ 235311 w 2111887"/>
              <a:gd name="connsiteY1" fmla="*/ 18601 h 4573932"/>
              <a:gd name="connsiteX2" fmla="*/ 579412 w 2111887"/>
              <a:gd name="connsiteY2" fmla="*/ 13839 h 4573932"/>
              <a:gd name="connsiteX3" fmla="*/ 698474 w 2111887"/>
              <a:gd name="connsiteY3" fmla="*/ 125757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7724 h 4573932"/>
              <a:gd name="connsiteX1" fmla="*/ 235311 w 2111887"/>
              <a:gd name="connsiteY1" fmla="*/ 18601 h 4573932"/>
              <a:gd name="connsiteX2" fmla="*/ 579412 w 2111887"/>
              <a:gd name="connsiteY2" fmla="*/ 13839 h 4573932"/>
              <a:gd name="connsiteX3" fmla="*/ 762768 w 2111887"/>
              <a:gd name="connsiteY3" fmla="*/ 28126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55662 w 2111887"/>
              <a:gd name="connsiteY4" fmla="*/ 124792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46137 w 2111887"/>
              <a:gd name="connsiteY4" fmla="*/ 15255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272357 w 2111887"/>
              <a:gd name="connsiteY4" fmla="*/ 22398 h 4568205"/>
              <a:gd name="connsiteX5" fmla="*/ 1520006 w 2111887"/>
              <a:gd name="connsiteY5" fmla="*/ 8111 h 4568205"/>
              <a:gd name="connsiteX6" fmla="*/ 1895626 w 2111887"/>
              <a:gd name="connsiteY6" fmla="*/ 17637 h 4568205"/>
              <a:gd name="connsiteX7" fmla="*/ 2111887 w 2111887"/>
              <a:gd name="connsiteY7" fmla="*/ 271997 h 4568205"/>
              <a:gd name="connsiteX8" fmla="*/ 2111887 w 2111887"/>
              <a:gd name="connsiteY8" fmla="*/ 4320988 h 4568205"/>
              <a:gd name="connsiteX9" fmla="*/ 1864670 w 2111887"/>
              <a:gd name="connsiteY9" fmla="*/ 4568205 h 4568205"/>
              <a:gd name="connsiteX10" fmla="*/ 247217 w 2111887"/>
              <a:gd name="connsiteY10" fmla="*/ 4568205 h 4568205"/>
              <a:gd name="connsiteX11" fmla="*/ 0 w 2111887"/>
              <a:gd name="connsiteY11" fmla="*/ 4320988 h 4568205"/>
              <a:gd name="connsiteX12" fmla="*/ 0 w 2111887"/>
              <a:gd name="connsiteY12" fmla="*/ 271997 h 4568205"/>
              <a:gd name="connsiteX0" fmla="*/ 0 w 2111887"/>
              <a:gd name="connsiteY0" fmla="*/ 275715 h 4571923"/>
              <a:gd name="connsiteX1" fmla="*/ 235311 w 2111887"/>
              <a:gd name="connsiteY1" fmla="*/ 16592 h 4571923"/>
              <a:gd name="connsiteX2" fmla="*/ 762768 w 2111887"/>
              <a:gd name="connsiteY2" fmla="*/ 26117 h 4571923"/>
              <a:gd name="connsiteX3" fmla="*/ 1272357 w 2111887"/>
              <a:gd name="connsiteY3" fmla="*/ 26116 h 4571923"/>
              <a:gd name="connsiteX4" fmla="*/ 1520006 w 2111887"/>
              <a:gd name="connsiteY4" fmla="*/ 11829 h 4571923"/>
              <a:gd name="connsiteX5" fmla="*/ 1895626 w 2111887"/>
              <a:gd name="connsiteY5" fmla="*/ 21355 h 4571923"/>
              <a:gd name="connsiteX6" fmla="*/ 2111887 w 2111887"/>
              <a:gd name="connsiteY6" fmla="*/ 275715 h 4571923"/>
              <a:gd name="connsiteX7" fmla="*/ 2111887 w 2111887"/>
              <a:gd name="connsiteY7" fmla="*/ 4324706 h 4571923"/>
              <a:gd name="connsiteX8" fmla="*/ 1864670 w 2111887"/>
              <a:gd name="connsiteY8" fmla="*/ 4571923 h 4571923"/>
              <a:gd name="connsiteX9" fmla="*/ 247217 w 2111887"/>
              <a:gd name="connsiteY9" fmla="*/ 4571923 h 4571923"/>
              <a:gd name="connsiteX10" fmla="*/ 0 w 2111887"/>
              <a:gd name="connsiteY10" fmla="*/ 4324706 h 4571923"/>
              <a:gd name="connsiteX11" fmla="*/ 0 w 2111887"/>
              <a:gd name="connsiteY11" fmla="*/ 275715 h 4571923"/>
              <a:gd name="connsiteX0" fmla="*/ 0 w 2111887"/>
              <a:gd name="connsiteY0" fmla="*/ 275289 h 4571497"/>
              <a:gd name="connsiteX1" fmla="*/ 235311 w 2111887"/>
              <a:gd name="connsiteY1" fmla="*/ 16166 h 4571497"/>
              <a:gd name="connsiteX2" fmla="*/ 1272357 w 2111887"/>
              <a:gd name="connsiteY2" fmla="*/ 25690 h 4571497"/>
              <a:gd name="connsiteX3" fmla="*/ 1520006 w 2111887"/>
              <a:gd name="connsiteY3" fmla="*/ 11403 h 4571497"/>
              <a:gd name="connsiteX4" fmla="*/ 1895626 w 2111887"/>
              <a:gd name="connsiteY4" fmla="*/ 20929 h 4571497"/>
              <a:gd name="connsiteX5" fmla="*/ 2111887 w 2111887"/>
              <a:gd name="connsiteY5" fmla="*/ 275289 h 4571497"/>
              <a:gd name="connsiteX6" fmla="*/ 2111887 w 2111887"/>
              <a:gd name="connsiteY6" fmla="*/ 4324280 h 4571497"/>
              <a:gd name="connsiteX7" fmla="*/ 1864670 w 2111887"/>
              <a:gd name="connsiteY7" fmla="*/ 4571497 h 4571497"/>
              <a:gd name="connsiteX8" fmla="*/ 247217 w 2111887"/>
              <a:gd name="connsiteY8" fmla="*/ 4571497 h 4571497"/>
              <a:gd name="connsiteX9" fmla="*/ 0 w 2111887"/>
              <a:gd name="connsiteY9" fmla="*/ 4324280 h 4571497"/>
              <a:gd name="connsiteX10" fmla="*/ 0 w 2111887"/>
              <a:gd name="connsiteY10" fmla="*/ 275289 h 4571497"/>
              <a:gd name="connsiteX0" fmla="*/ 0 w 2111887"/>
              <a:gd name="connsiteY0" fmla="*/ 280184 h 4576392"/>
              <a:gd name="connsiteX1" fmla="*/ 235311 w 2111887"/>
              <a:gd name="connsiteY1" fmla="*/ 21061 h 4576392"/>
              <a:gd name="connsiteX2" fmla="*/ 1520006 w 2111887"/>
              <a:gd name="connsiteY2" fmla="*/ 16298 h 4576392"/>
              <a:gd name="connsiteX3" fmla="*/ 1895626 w 2111887"/>
              <a:gd name="connsiteY3" fmla="*/ 25824 h 4576392"/>
              <a:gd name="connsiteX4" fmla="*/ 2111887 w 2111887"/>
              <a:gd name="connsiteY4" fmla="*/ 280184 h 4576392"/>
              <a:gd name="connsiteX5" fmla="*/ 2111887 w 2111887"/>
              <a:gd name="connsiteY5" fmla="*/ 4329175 h 4576392"/>
              <a:gd name="connsiteX6" fmla="*/ 1864670 w 2111887"/>
              <a:gd name="connsiteY6" fmla="*/ 4576392 h 4576392"/>
              <a:gd name="connsiteX7" fmla="*/ 247217 w 2111887"/>
              <a:gd name="connsiteY7" fmla="*/ 4576392 h 4576392"/>
              <a:gd name="connsiteX8" fmla="*/ 0 w 2111887"/>
              <a:gd name="connsiteY8" fmla="*/ 4329175 h 4576392"/>
              <a:gd name="connsiteX9" fmla="*/ 0 w 2111887"/>
              <a:gd name="connsiteY9" fmla="*/ 280184 h 4576392"/>
              <a:gd name="connsiteX0" fmla="*/ 0 w 2111887"/>
              <a:gd name="connsiteY0" fmla="*/ 288917 h 4585125"/>
              <a:gd name="connsiteX1" fmla="*/ 235311 w 2111887"/>
              <a:gd name="connsiteY1" fmla="*/ 29794 h 4585125"/>
              <a:gd name="connsiteX2" fmla="*/ 1895626 w 2111887"/>
              <a:gd name="connsiteY2" fmla="*/ 34557 h 4585125"/>
              <a:gd name="connsiteX3" fmla="*/ 2111887 w 2111887"/>
              <a:gd name="connsiteY3" fmla="*/ 288917 h 4585125"/>
              <a:gd name="connsiteX4" fmla="*/ 2111887 w 2111887"/>
              <a:gd name="connsiteY4" fmla="*/ 4337908 h 4585125"/>
              <a:gd name="connsiteX5" fmla="*/ 1864670 w 2111887"/>
              <a:gd name="connsiteY5" fmla="*/ 4585125 h 4585125"/>
              <a:gd name="connsiteX6" fmla="*/ 247217 w 2111887"/>
              <a:gd name="connsiteY6" fmla="*/ 4585125 h 4585125"/>
              <a:gd name="connsiteX7" fmla="*/ 0 w 2111887"/>
              <a:gd name="connsiteY7" fmla="*/ 4337908 h 4585125"/>
              <a:gd name="connsiteX8" fmla="*/ 0 w 2111887"/>
              <a:gd name="connsiteY8" fmla="*/ 288917 h 4585125"/>
              <a:gd name="connsiteX0" fmla="*/ 0 w 2111887"/>
              <a:gd name="connsiteY0" fmla="*/ 316063 h 4612271"/>
              <a:gd name="connsiteX1" fmla="*/ 235311 w 2111887"/>
              <a:gd name="connsiteY1" fmla="*/ 56940 h 4612271"/>
              <a:gd name="connsiteX2" fmla="*/ 1888483 w 2111887"/>
              <a:gd name="connsiteY2" fmla="*/ 18841 h 4612271"/>
              <a:gd name="connsiteX3" fmla="*/ 2111887 w 2111887"/>
              <a:gd name="connsiteY3" fmla="*/ 316063 h 4612271"/>
              <a:gd name="connsiteX4" fmla="*/ 2111887 w 2111887"/>
              <a:gd name="connsiteY4" fmla="*/ 4365054 h 4612271"/>
              <a:gd name="connsiteX5" fmla="*/ 1864670 w 2111887"/>
              <a:gd name="connsiteY5" fmla="*/ 4612271 h 4612271"/>
              <a:gd name="connsiteX6" fmla="*/ 247217 w 2111887"/>
              <a:gd name="connsiteY6" fmla="*/ 4612271 h 4612271"/>
              <a:gd name="connsiteX7" fmla="*/ 0 w 2111887"/>
              <a:gd name="connsiteY7" fmla="*/ 4365054 h 4612271"/>
              <a:gd name="connsiteX8" fmla="*/ 0 w 2111887"/>
              <a:gd name="connsiteY8" fmla="*/ 316063 h 4612271"/>
              <a:gd name="connsiteX0" fmla="*/ 0 w 2111887"/>
              <a:gd name="connsiteY0" fmla="*/ 327050 h 4623258"/>
              <a:gd name="connsiteX1" fmla="*/ 223404 w 2111887"/>
              <a:gd name="connsiteY1" fmla="*/ 34589 h 4623258"/>
              <a:gd name="connsiteX2" fmla="*/ 1888483 w 2111887"/>
              <a:gd name="connsiteY2" fmla="*/ 29828 h 4623258"/>
              <a:gd name="connsiteX3" fmla="*/ 2111887 w 2111887"/>
              <a:gd name="connsiteY3" fmla="*/ 327050 h 4623258"/>
              <a:gd name="connsiteX4" fmla="*/ 2111887 w 2111887"/>
              <a:gd name="connsiteY4" fmla="*/ 4376041 h 4623258"/>
              <a:gd name="connsiteX5" fmla="*/ 1864670 w 2111887"/>
              <a:gd name="connsiteY5" fmla="*/ 4623258 h 4623258"/>
              <a:gd name="connsiteX6" fmla="*/ 247217 w 2111887"/>
              <a:gd name="connsiteY6" fmla="*/ 4623258 h 4623258"/>
              <a:gd name="connsiteX7" fmla="*/ 0 w 2111887"/>
              <a:gd name="connsiteY7" fmla="*/ 4376041 h 4623258"/>
              <a:gd name="connsiteX8" fmla="*/ 0 w 2111887"/>
              <a:gd name="connsiteY8" fmla="*/ 327050 h 4623258"/>
              <a:gd name="connsiteX0" fmla="*/ 0 w 2111887"/>
              <a:gd name="connsiteY0" fmla="*/ 318359 h 4614567"/>
              <a:gd name="connsiteX1" fmla="*/ 223404 w 2111887"/>
              <a:gd name="connsiteY1" fmla="*/ 25898 h 4614567"/>
              <a:gd name="connsiteX2" fmla="*/ 1888483 w 2111887"/>
              <a:gd name="connsiteY2" fmla="*/ 21137 h 4614567"/>
              <a:gd name="connsiteX3" fmla="*/ 2111887 w 2111887"/>
              <a:gd name="connsiteY3" fmla="*/ 318359 h 4614567"/>
              <a:gd name="connsiteX4" fmla="*/ 2111887 w 2111887"/>
              <a:gd name="connsiteY4" fmla="*/ 4367350 h 4614567"/>
              <a:gd name="connsiteX5" fmla="*/ 1864670 w 2111887"/>
              <a:gd name="connsiteY5" fmla="*/ 4614567 h 4614567"/>
              <a:gd name="connsiteX6" fmla="*/ 247217 w 2111887"/>
              <a:gd name="connsiteY6" fmla="*/ 4614567 h 4614567"/>
              <a:gd name="connsiteX7" fmla="*/ 0 w 2111887"/>
              <a:gd name="connsiteY7" fmla="*/ 4367350 h 4614567"/>
              <a:gd name="connsiteX8" fmla="*/ 0 w 2111887"/>
              <a:gd name="connsiteY8" fmla="*/ 318359 h 4614567"/>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9031"/>
              <a:gd name="connsiteY0" fmla="*/ 292265 h 4605141"/>
              <a:gd name="connsiteX1" fmla="*/ 230548 w 2119031"/>
              <a:gd name="connsiteY1" fmla="*/ 16472 h 4605141"/>
              <a:gd name="connsiteX2" fmla="*/ 1895627 w 2119031"/>
              <a:gd name="connsiteY2" fmla="*/ 11711 h 4605141"/>
              <a:gd name="connsiteX3" fmla="*/ 2119031 w 2119031"/>
              <a:gd name="connsiteY3" fmla="*/ 308933 h 4605141"/>
              <a:gd name="connsiteX4" fmla="*/ 2119031 w 2119031"/>
              <a:gd name="connsiteY4" fmla="*/ 4357924 h 4605141"/>
              <a:gd name="connsiteX5" fmla="*/ 1871814 w 2119031"/>
              <a:gd name="connsiteY5" fmla="*/ 4605141 h 4605141"/>
              <a:gd name="connsiteX6" fmla="*/ 254361 w 2119031"/>
              <a:gd name="connsiteY6" fmla="*/ 4605141 h 4605141"/>
              <a:gd name="connsiteX7" fmla="*/ 7144 w 2119031"/>
              <a:gd name="connsiteY7" fmla="*/ 4357924 h 4605141"/>
              <a:gd name="connsiteX8" fmla="*/ 0 w 2119031"/>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19031 w 2128556"/>
              <a:gd name="connsiteY4" fmla="*/ 4357924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28556 w 2128556"/>
              <a:gd name="connsiteY4" fmla="*/ 4360305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05141 h 4626572"/>
              <a:gd name="connsiteX7" fmla="*/ 7144 w 2128556"/>
              <a:gd name="connsiteY7" fmla="*/ 4357924 h 4626572"/>
              <a:gd name="connsiteX8" fmla="*/ 0 w 2128556"/>
              <a:gd name="connsiteY8" fmla="*/ 292265 h 4626572"/>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24191 h 4626572"/>
              <a:gd name="connsiteX7" fmla="*/ 7144 w 2128556"/>
              <a:gd name="connsiteY7" fmla="*/ 4357924 h 4626572"/>
              <a:gd name="connsiteX8" fmla="*/ 0 w 2128556"/>
              <a:gd name="connsiteY8" fmla="*/ 292265 h 4626572"/>
              <a:gd name="connsiteX0" fmla="*/ 2874 w 2131430"/>
              <a:gd name="connsiteY0" fmla="*/ 292265 h 4626572"/>
              <a:gd name="connsiteX1" fmla="*/ 233422 w 2131430"/>
              <a:gd name="connsiteY1" fmla="*/ 16472 h 4626572"/>
              <a:gd name="connsiteX2" fmla="*/ 1898501 w 2131430"/>
              <a:gd name="connsiteY2" fmla="*/ 11711 h 4626572"/>
              <a:gd name="connsiteX3" fmla="*/ 2131430 w 2131430"/>
              <a:gd name="connsiteY3" fmla="*/ 297027 h 4626572"/>
              <a:gd name="connsiteX4" fmla="*/ 2131430 w 2131430"/>
              <a:gd name="connsiteY4" fmla="*/ 4360305 h 4626572"/>
              <a:gd name="connsiteX5" fmla="*/ 1869925 w 2131430"/>
              <a:gd name="connsiteY5" fmla="*/ 4626572 h 4626572"/>
              <a:gd name="connsiteX6" fmla="*/ 257235 w 2131430"/>
              <a:gd name="connsiteY6" fmla="*/ 4624191 h 4626572"/>
              <a:gd name="connsiteX7" fmla="*/ 493 w 2131430"/>
              <a:gd name="connsiteY7" fmla="*/ 4357924 h 4626572"/>
              <a:gd name="connsiteX8" fmla="*/ 2874 w 2131430"/>
              <a:gd name="connsiteY8" fmla="*/ 292265 h 4626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1430" h="4626572">
                <a:moveTo>
                  <a:pt x="2874" y="292265"/>
                </a:moveTo>
                <a:cubicBezTo>
                  <a:pt x="2874" y="155731"/>
                  <a:pt x="101650" y="18853"/>
                  <a:pt x="233422" y="16472"/>
                </a:cubicBezTo>
                <a:cubicBezTo>
                  <a:pt x="556504" y="2654"/>
                  <a:pt x="1580975" y="-10045"/>
                  <a:pt x="1898501" y="11711"/>
                </a:cubicBezTo>
                <a:cubicBezTo>
                  <a:pt x="2042179" y="21236"/>
                  <a:pt x="2131430" y="160493"/>
                  <a:pt x="2131430" y="297027"/>
                </a:cubicBezTo>
                <a:lnTo>
                  <a:pt x="2131430" y="4360305"/>
                </a:lnTo>
                <a:cubicBezTo>
                  <a:pt x="2131430" y="4496839"/>
                  <a:pt x="2006459" y="4626572"/>
                  <a:pt x="1869925" y="4626572"/>
                </a:cubicBezTo>
                <a:lnTo>
                  <a:pt x="257235" y="4624191"/>
                </a:lnTo>
                <a:cubicBezTo>
                  <a:pt x="120701" y="4624191"/>
                  <a:pt x="493" y="4494458"/>
                  <a:pt x="493" y="4357924"/>
                </a:cubicBezTo>
                <a:cubicBezTo>
                  <a:pt x="-1888" y="3002704"/>
                  <a:pt x="5255" y="1647485"/>
                  <a:pt x="2874" y="292265"/>
                </a:cubicBezTo>
                <a:close/>
              </a:path>
            </a:pathLst>
          </a:custGeom>
          <a:blipFill>
            <a:blip r:embed="rId6"/>
            <a:stretch>
              <a:fillRect/>
            </a:stretch>
          </a:blipFill>
        </p:spPr>
        <p:txBody>
          <a:bodyPr anchor="ctr" anchorCtr="0"/>
          <a:lstStyle>
            <a:lvl1pPr marL="0" indent="0" algn="ctr">
              <a:buNone/>
              <a:defRPr/>
            </a:lvl1pPr>
          </a:lstStyle>
          <a:p>
            <a:r>
              <a:rPr lang="en-US"/>
              <a:t> </a:t>
            </a:r>
          </a:p>
        </p:txBody>
      </p:sp>
    </p:spTree>
    <p:extLst>
      <p:ext uri="{BB962C8B-B14F-4D97-AF65-F5344CB8AC3E}">
        <p14:creationId xmlns:p14="http://schemas.microsoft.com/office/powerpoint/2010/main" val="3236308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K2D" panose="00000500000000000000" pitchFamily="2" charset="-34"/>
              </a:defRPr>
            </a:lvl1pPr>
          </a:lstStyle>
          <a:p>
            <a:fld id="{00D1CE85-AA59-46D7-98F4-301D80B40614}" type="datetimeFigureOut">
              <a:rPr lang="en-US" smtClean="0"/>
              <a:pPr/>
              <a:t>4/1/2025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K2D" panose="00000500000000000000" pitchFamily="2" charset="-34"/>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K2D" panose="00000500000000000000" pitchFamily="2" charset="-34"/>
              </a:defRPr>
            </a:lvl1pPr>
          </a:lstStyle>
          <a:p>
            <a:fld id="{B9B05A01-6F48-4D1A-BEA9-613C8F70D2DA}" type="slidenum">
              <a:rPr lang="en-US" smtClean="0"/>
              <a:pPr/>
              <a:t>‹#›</a:t>
            </a:fld>
            <a:endParaRPr lang="en-US"/>
          </a:p>
        </p:txBody>
      </p:sp>
    </p:spTree>
    <p:extLst>
      <p:ext uri="{BB962C8B-B14F-4D97-AF65-F5344CB8AC3E}">
        <p14:creationId xmlns:p14="http://schemas.microsoft.com/office/powerpoint/2010/main" val="1103704578"/>
      </p:ext>
    </p:extLst>
  </p:cSld>
  <p:clrMap bg1="lt1" tx1="dk1" bg2="lt2" tx2="dk2" accent1="accent1" accent2="accent2" accent3="accent3" accent4="accent4" accent5="accent5" accent6="accent6" hlink="hlink" folHlink="folHlink"/>
  <p:sldLayoutIdLst>
    <p:sldLayoutId id="2147483650" r:id="rId1"/>
    <p:sldLayoutId id="2147483680" r:id="rId2"/>
    <p:sldLayoutId id="2147483679" r:id="rId3"/>
    <p:sldLayoutId id="2147483652" r:id="rId4"/>
    <p:sldLayoutId id="2147483653" r:id="rId5"/>
    <p:sldLayoutId id="2147483654" r:id="rId6"/>
    <p:sldLayoutId id="2147483677" r:id="rId7"/>
    <p:sldLayoutId id="2147483655" r:id="rId8"/>
    <p:sldLayoutId id="2147483656" r:id="rId9"/>
    <p:sldLayoutId id="2147483657" r:id="rId10"/>
    <p:sldLayoutId id="2147483678" r:id="rId11"/>
    <p:sldLayoutId id="2147483658" r:id="rId12"/>
    <p:sldLayoutId id="2147483659" r:id="rId13"/>
    <p:sldLayoutId id="2147483660" r:id="rId14"/>
    <p:sldLayoutId id="2147483661" r:id="rId15"/>
    <p:sldLayoutId id="2147483663" r:id="rId16"/>
    <p:sldLayoutId id="2147483666" r:id="rId17"/>
    <p:sldLayoutId id="2147483674" r:id="rId18"/>
    <p:sldLayoutId id="2147483673" r:id="rId19"/>
    <p:sldLayoutId id="2147483675" r:id="rId20"/>
    <p:sldLayoutId id="2147483676" r:id="rId21"/>
    <p:sldLayoutId id="2147483664" r:id="rId22"/>
    <p:sldLayoutId id="2147483665" r:id="rId23"/>
    <p:sldLayoutId id="2147483667" r:id="rId24"/>
    <p:sldLayoutId id="2147483668" r:id="rId25"/>
    <p:sldLayoutId id="2147483669" r:id="rId26"/>
    <p:sldLayoutId id="2147483670" r:id="rId27"/>
    <p:sldLayoutId id="2147483671" r:id="rId28"/>
    <p:sldLayoutId id="2147483672" r:id="rId29"/>
  </p:sldLayoutIdLst>
  <p:txStyles>
    <p:titleStyle>
      <a:lvl1pPr algn="l" defTabSz="914400" rtl="0" eaLnBrk="1" latinLnBrk="0" hangingPunct="1">
        <a:lnSpc>
          <a:spcPct val="90000"/>
        </a:lnSpc>
        <a:spcBef>
          <a:spcPct val="0"/>
        </a:spcBef>
        <a:buNone/>
        <a:defRPr sz="4400" b="0" i="0" kern="1200">
          <a:solidFill>
            <a:schemeClr val="tx1"/>
          </a:solidFill>
          <a:latin typeface="K2D" panose="00000500000000000000" pitchFamily="2" charset="-34"/>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Readex Pro" pitchFamily="2" charset="-78"/>
          <a:ea typeface="+mn-ea"/>
          <a:cs typeface="Readex Pro" pitchFamily="2" charset="-78"/>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Readex Pro" pitchFamily="2" charset="-78"/>
          <a:ea typeface="+mn-ea"/>
          <a:cs typeface="Readex Pro" pitchFamily="2" charset="-78"/>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Readex Pro" pitchFamily="2" charset="-78"/>
          <a:ea typeface="+mn-ea"/>
          <a:cs typeface="Readex Pro" pitchFamily="2" charset="-78"/>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Readex Pro" pitchFamily="2" charset="-78"/>
          <a:ea typeface="+mn-ea"/>
          <a:cs typeface="Readex Pro" pitchFamily="2" charset="-78"/>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3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F06496D2-BF78-9295-4B73-6F7AE35E0E4D}"/>
              </a:ext>
            </a:extLst>
          </p:cNvPr>
          <p:cNvSpPr>
            <a:spLocks noGrp="1"/>
          </p:cNvSpPr>
          <p:nvPr>
            <p:ph type="ctrTitle"/>
          </p:nvPr>
        </p:nvSpPr>
        <p:spPr>
          <a:xfrm>
            <a:off x="493144" y="1847560"/>
            <a:ext cx="11205713" cy="1036706"/>
          </a:xfrm>
        </p:spPr>
        <p:txBody>
          <a:bodyPr>
            <a:normAutofit/>
          </a:bodyPr>
          <a:lstStyle/>
          <a:p>
            <a:r>
              <a:rPr lang="vi-VN" sz="2000" dirty="0"/>
              <a:t>TRƯỜNG ĐẠI HỌC CẦN THƠ</a:t>
            </a:r>
            <a:br>
              <a:rPr lang="vi-VN" sz="2000" dirty="0"/>
            </a:br>
            <a:r>
              <a:rPr lang="vi-VN" sz="2000" dirty="0"/>
              <a:t>TRƯỜNG CÔNG NGHỆ THÔNG TIN &amp; TRUYỀN THÔNG</a:t>
            </a:r>
            <a:br>
              <a:rPr lang="vi-VN" sz="2000" dirty="0"/>
            </a:br>
            <a:r>
              <a:rPr lang="vi-VN" sz="2000" dirty="0"/>
              <a:t>KHOA CÔNG NGHỆ THÔNG TIN</a:t>
            </a:r>
            <a:endParaRPr lang="en-VN" sz="3200" dirty="0"/>
          </a:p>
        </p:txBody>
      </p:sp>
      <p:sp>
        <p:nvSpPr>
          <p:cNvPr id="30" name="Subtitle 29">
            <a:extLst>
              <a:ext uri="{FF2B5EF4-FFF2-40B4-BE49-F238E27FC236}">
                <a16:creationId xmlns:a16="http://schemas.microsoft.com/office/drawing/2014/main" id="{DC703D90-1A36-45C5-8B8B-7A9E75E5CE08}"/>
              </a:ext>
            </a:extLst>
          </p:cNvPr>
          <p:cNvSpPr>
            <a:spLocks noGrp="1"/>
          </p:cNvSpPr>
          <p:nvPr>
            <p:ph type="subTitle" idx="1"/>
          </p:nvPr>
        </p:nvSpPr>
        <p:spPr>
          <a:xfrm>
            <a:off x="493144" y="3367150"/>
            <a:ext cx="11205713" cy="1036706"/>
          </a:xfrm>
        </p:spPr>
        <p:txBody>
          <a:bodyPr>
            <a:normAutofit lnSpcReduction="10000"/>
          </a:bodyPr>
          <a:lstStyle/>
          <a:p>
            <a:r>
              <a:rPr lang="en-US" sz="3200"/>
              <a:t>Đánh giá khả năng nhận diện cảm xúc khuôn mặt của </a:t>
            </a:r>
          </a:p>
          <a:p>
            <a:r>
              <a:rPr lang="en-US" sz="3200"/>
              <a:t>các giải thuật máy học </a:t>
            </a:r>
          </a:p>
        </p:txBody>
      </p:sp>
      <p:sp>
        <p:nvSpPr>
          <p:cNvPr id="31" name="Text Placeholder 30">
            <a:extLst>
              <a:ext uri="{FF2B5EF4-FFF2-40B4-BE49-F238E27FC236}">
                <a16:creationId xmlns:a16="http://schemas.microsoft.com/office/drawing/2014/main" id="{B9EA25F3-311E-06F4-FF01-C2008DEFF077}"/>
              </a:ext>
            </a:extLst>
          </p:cNvPr>
          <p:cNvSpPr>
            <a:spLocks noGrp="1"/>
          </p:cNvSpPr>
          <p:nvPr>
            <p:ph type="body" sz="quarter" idx="12"/>
          </p:nvPr>
        </p:nvSpPr>
        <p:spPr>
          <a:xfrm>
            <a:off x="4487646" y="4873624"/>
            <a:ext cx="3288800" cy="1463675"/>
          </a:xfrm>
        </p:spPr>
        <p:txBody>
          <a:bodyPr/>
          <a:lstStyle/>
          <a:p>
            <a:pPr algn="l"/>
            <a:r>
              <a:rPr lang="en-VN" b="1" dirty="0"/>
              <a:t>Hội đồng phản biện</a:t>
            </a:r>
          </a:p>
          <a:p>
            <a:pPr algn="l"/>
            <a:r>
              <a:rPr lang="en-VN" dirty="0"/>
              <a:t>TS. Lâm Nhựt Khang</a:t>
            </a:r>
          </a:p>
          <a:p>
            <a:pPr algn="l"/>
            <a:r>
              <a:rPr lang="en-VN" dirty="0"/>
              <a:t>ThS. Lê Huỳnh Quốc Bảo</a:t>
            </a:r>
          </a:p>
          <a:p>
            <a:pPr algn="l"/>
            <a:r>
              <a:rPr lang="en-VN" dirty="0"/>
              <a:t>ThS. Sử Kim Anh</a:t>
            </a:r>
          </a:p>
          <a:p>
            <a:pPr algn="l"/>
            <a:endParaRPr lang="en-VN" dirty="0"/>
          </a:p>
        </p:txBody>
      </p:sp>
      <p:sp>
        <p:nvSpPr>
          <p:cNvPr id="37" name="Text Placeholder 30">
            <a:extLst>
              <a:ext uri="{FF2B5EF4-FFF2-40B4-BE49-F238E27FC236}">
                <a16:creationId xmlns:a16="http://schemas.microsoft.com/office/drawing/2014/main" id="{41127F9D-0BD1-5B2A-3B16-78EB40A52A70}"/>
              </a:ext>
            </a:extLst>
          </p:cNvPr>
          <p:cNvSpPr txBox="1">
            <a:spLocks/>
          </p:cNvSpPr>
          <p:nvPr/>
        </p:nvSpPr>
        <p:spPr>
          <a:xfrm>
            <a:off x="645544" y="4873625"/>
            <a:ext cx="3216707" cy="130655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000" b="0" i="0" kern="1200" baseline="0">
                <a:solidFill>
                  <a:srgbClr val="00AFEF"/>
                </a:solidFill>
                <a:latin typeface="Readex Pro" pitchFamily="2" charset="-78"/>
                <a:ea typeface="+mn-ea"/>
                <a:cs typeface="Readex Pro" pitchFamily="2" charset="-78"/>
              </a:defRPr>
            </a:lvl1pPr>
            <a:lvl2pPr marL="457200" indent="0" algn="l" defTabSz="914400" rtl="0" eaLnBrk="1" latinLnBrk="0" hangingPunct="1">
              <a:lnSpc>
                <a:spcPct val="90000"/>
              </a:lnSpc>
              <a:spcBef>
                <a:spcPts val="500"/>
              </a:spcBef>
              <a:buFont typeface="Arial" panose="020B0604020202020204" pitchFamily="34" charset="0"/>
              <a:buNone/>
              <a:defRPr sz="1400" b="0" i="0" kern="1200">
                <a:solidFill>
                  <a:schemeClr val="bg1"/>
                </a:solidFill>
                <a:latin typeface="Barlow" panose="00000500000000000000" pitchFamily="2" charset="0"/>
                <a:ea typeface="+mn-ea"/>
                <a:cs typeface="Readex Pro" pitchFamily="2" charset="-78"/>
              </a:defRPr>
            </a:lvl2pPr>
            <a:lvl3pPr marL="914400" indent="0" algn="l" defTabSz="914400" rtl="0" eaLnBrk="1" latinLnBrk="0" hangingPunct="1">
              <a:lnSpc>
                <a:spcPct val="90000"/>
              </a:lnSpc>
              <a:spcBef>
                <a:spcPts val="500"/>
              </a:spcBef>
              <a:buFont typeface="Arial" panose="020B0604020202020204" pitchFamily="34" charset="0"/>
              <a:buNone/>
              <a:defRPr sz="1200" b="0" i="0" kern="1200">
                <a:solidFill>
                  <a:schemeClr val="bg1"/>
                </a:solidFill>
                <a:latin typeface="Barlow" panose="00000500000000000000" pitchFamily="2" charset="0"/>
                <a:ea typeface="+mn-ea"/>
                <a:cs typeface="Readex Pro" pitchFamily="2" charset="-78"/>
              </a:defRPr>
            </a:lvl3pPr>
            <a:lvl4pPr marL="1371600" indent="0" algn="l" defTabSz="914400" rtl="0" eaLnBrk="1" latinLnBrk="0" hangingPunct="1">
              <a:lnSpc>
                <a:spcPct val="90000"/>
              </a:lnSpc>
              <a:spcBef>
                <a:spcPts val="500"/>
              </a:spcBef>
              <a:buFont typeface="Arial" panose="020B0604020202020204" pitchFamily="34" charset="0"/>
              <a:buNone/>
              <a:defRPr sz="1100" b="0" i="0" kern="1200">
                <a:solidFill>
                  <a:schemeClr val="bg1"/>
                </a:solidFill>
                <a:latin typeface="Barlow" panose="00000500000000000000" pitchFamily="2" charset="0"/>
                <a:ea typeface="+mn-ea"/>
                <a:cs typeface="Readex Pro" pitchFamily="2" charset="-78"/>
              </a:defRPr>
            </a:lvl4pPr>
            <a:lvl5pPr marL="1828800" indent="0" algn="l" defTabSz="914400" rtl="0" eaLnBrk="1" latinLnBrk="0" hangingPunct="1">
              <a:lnSpc>
                <a:spcPct val="90000"/>
              </a:lnSpc>
              <a:spcBef>
                <a:spcPts val="500"/>
              </a:spcBef>
              <a:buFont typeface="Arial" panose="020B0604020202020204" pitchFamily="34" charset="0"/>
              <a:buNone/>
              <a:defRPr sz="1100" b="0" i="0" kern="1200">
                <a:solidFill>
                  <a:schemeClr val="bg1"/>
                </a:solidFill>
                <a:latin typeface="Barlow" panose="00000500000000000000" pitchFamily="2" charset="0"/>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VN" b="1" dirty="0"/>
              <a:t>Giảng viên hướng dẫn</a:t>
            </a:r>
          </a:p>
          <a:p>
            <a:pPr algn="l"/>
            <a:r>
              <a:rPr lang="en-VN"/>
              <a:t>ThS</a:t>
            </a:r>
            <a:r>
              <a:rPr lang="en-VN" dirty="0"/>
              <a:t>. Sử Kim Anh</a:t>
            </a:r>
          </a:p>
          <a:p>
            <a:pPr algn="l"/>
            <a:endParaRPr lang="en-VN" dirty="0"/>
          </a:p>
        </p:txBody>
      </p:sp>
      <p:sp>
        <p:nvSpPr>
          <p:cNvPr id="38" name="Text Placeholder 30">
            <a:extLst>
              <a:ext uri="{FF2B5EF4-FFF2-40B4-BE49-F238E27FC236}">
                <a16:creationId xmlns:a16="http://schemas.microsoft.com/office/drawing/2014/main" id="{3F56CA08-F23B-43BC-C851-AD1B656E147A}"/>
              </a:ext>
            </a:extLst>
          </p:cNvPr>
          <p:cNvSpPr txBox="1">
            <a:spLocks/>
          </p:cNvSpPr>
          <p:nvPr/>
        </p:nvSpPr>
        <p:spPr>
          <a:xfrm>
            <a:off x="8329749" y="4868998"/>
            <a:ext cx="3216707" cy="156990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000" b="0" i="0" kern="1200" baseline="0">
                <a:solidFill>
                  <a:srgbClr val="00AFEF"/>
                </a:solidFill>
                <a:latin typeface="Readex Pro" pitchFamily="2" charset="-78"/>
                <a:ea typeface="+mn-ea"/>
                <a:cs typeface="Readex Pro" pitchFamily="2" charset="-78"/>
              </a:defRPr>
            </a:lvl1pPr>
            <a:lvl2pPr marL="457200" indent="0" algn="l" defTabSz="914400" rtl="0" eaLnBrk="1" latinLnBrk="0" hangingPunct="1">
              <a:lnSpc>
                <a:spcPct val="90000"/>
              </a:lnSpc>
              <a:spcBef>
                <a:spcPts val="500"/>
              </a:spcBef>
              <a:buFont typeface="Arial" panose="020B0604020202020204" pitchFamily="34" charset="0"/>
              <a:buNone/>
              <a:defRPr sz="1400" b="0" i="0" kern="1200">
                <a:solidFill>
                  <a:schemeClr val="bg1"/>
                </a:solidFill>
                <a:latin typeface="Barlow" panose="00000500000000000000" pitchFamily="2" charset="0"/>
                <a:ea typeface="+mn-ea"/>
                <a:cs typeface="Readex Pro" pitchFamily="2" charset="-78"/>
              </a:defRPr>
            </a:lvl2pPr>
            <a:lvl3pPr marL="914400" indent="0" algn="l" defTabSz="914400" rtl="0" eaLnBrk="1" latinLnBrk="0" hangingPunct="1">
              <a:lnSpc>
                <a:spcPct val="90000"/>
              </a:lnSpc>
              <a:spcBef>
                <a:spcPts val="500"/>
              </a:spcBef>
              <a:buFont typeface="Arial" panose="020B0604020202020204" pitchFamily="34" charset="0"/>
              <a:buNone/>
              <a:defRPr sz="1200" b="0" i="0" kern="1200">
                <a:solidFill>
                  <a:schemeClr val="bg1"/>
                </a:solidFill>
                <a:latin typeface="Barlow" panose="00000500000000000000" pitchFamily="2" charset="0"/>
                <a:ea typeface="+mn-ea"/>
                <a:cs typeface="Readex Pro" pitchFamily="2" charset="-78"/>
              </a:defRPr>
            </a:lvl3pPr>
            <a:lvl4pPr marL="1371600" indent="0" algn="l" defTabSz="914400" rtl="0" eaLnBrk="1" latinLnBrk="0" hangingPunct="1">
              <a:lnSpc>
                <a:spcPct val="90000"/>
              </a:lnSpc>
              <a:spcBef>
                <a:spcPts val="500"/>
              </a:spcBef>
              <a:buFont typeface="Arial" panose="020B0604020202020204" pitchFamily="34" charset="0"/>
              <a:buNone/>
              <a:defRPr sz="1100" b="0" i="0" kern="1200">
                <a:solidFill>
                  <a:schemeClr val="bg1"/>
                </a:solidFill>
                <a:latin typeface="Barlow" panose="00000500000000000000" pitchFamily="2" charset="0"/>
                <a:ea typeface="+mn-ea"/>
                <a:cs typeface="Readex Pro" pitchFamily="2" charset="-78"/>
              </a:defRPr>
            </a:lvl4pPr>
            <a:lvl5pPr marL="1828800" indent="0" algn="l" defTabSz="914400" rtl="0" eaLnBrk="1" latinLnBrk="0" hangingPunct="1">
              <a:lnSpc>
                <a:spcPct val="90000"/>
              </a:lnSpc>
              <a:spcBef>
                <a:spcPts val="500"/>
              </a:spcBef>
              <a:buFont typeface="Arial" panose="020B0604020202020204" pitchFamily="34" charset="0"/>
              <a:buNone/>
              <a:defRPr sz="1100" b="0" i="0" kern="1200">
                <a:solidFill>
                  <a:schemeClr val="bg1"/>
                </a:solidFill>
                <a:latin typeface="Barlow" panose="00000500000000000000" pitchFamily="2" charset="0"/>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VN" b="1" dirty="0"/>
              <a:t>Sinh viên thực hiện</a:t>
            </a:r>
          </a:p>
          <a:p>
            <a:pPr algn="l"/>
            <a:r>
              <a:rPr lang="en-US"/>
              <a:t>Nguyễn Quốc Việt</a:t>
            </a:r>
            <a:endParaRPr lang="en-VN" dirty="0"/>
          </a:p>
          <a:p>
            <a:pPr algn="l"/>
            <a:r>
              <a:rPr lang="en-VN" dirty="0"/>
              <a:t>MSSV</a:t>
            </a:r>
            <a:r>
              <a:rPr lang="en-VN"/>
              <a:t>: B2</a:t>
            </a:r>
            <a:r>
              <a:rPr lang="en-US"/>
              <a:t>111908</a:t>
            </a:r>
            <a:endParaRPr lang="en-VN" dirty="0"/>
          </a:p>
          <a:p>
            <a:pPr algn="l"/>
            <a:r>
              <a:rPr lang="en-VN"/>
              <a:t>Khoá 4</a:t>
            </a:r>
            <a:r>
              <a:rPr lang="en-US"/>
              <a:t>7</a:t>
            </a:r>
            <a:endParaRPr lang="en-VN" dirty="0"/>
          </a:p>
        </p:txBody>
      </p:sp>
    </p:spTree>
    <p:extLst>
      <p:ext uri="{BB962C8B-B14F-4D97-AF65-F5344CB8AC3E}">
        <p14:creationId xmlns:p14="http://schemas.microsoft.com/office/powerpoint/2010/main" val="2054251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29">
            <a:extLst>
              <a:ext uri="{FF2B5EF4-FFF2-40B4-BE49-F238E27FC236}">
                <a16:creationId xmlns:a16="http://schemas.microsoft.com/office/drawing/2014/main" id="{FFDD1CA6-82C4-12EF-ED4E-B2F02524B6FC}"/>
              </a:ext>
            </a:extLst>
          </p:cNvPr>
          <p:cNvSpPr>
            <a:spLocks noGrp="1"/>
          </p:cNvSpPr>
          <p:nvPr>
            <p:ph type="title"/>
          </p:nvPr>
        </p:nvSpPr>
        <p:spPr/>
        <p:txBody>
          <a:bodyPr/>
          <a:lstStyle/>
          <a:p>
            <a:r>
              <a:rPr lang="en-VN" dirty="0"/>
              <a:t>Nội dung</a:t>
            </a:r>
          </a:p>
        </p:txBody>
      </p:sp>
      <p:sp>
        <p:nvSpPr>
          <p:cNvPr id="31" name="Content Placeholder 30">
            <a:extLst>
              <a:ext uri="{FF2B5EF4-FFF2-40B4-BE49-F238E27FC236}">
                <a16:creationId xmlns:a16="http://schemas.microsoft.com/office/drawing/2014/main" id="{25DAEDA8-8D8E-12D5-FFDB-9CA38494263B}"/>
              </a:ext>
            </a:extLst>
          </p:cNvPr>
          <p:cNvSpPr>
            <a:spLocks noGrp="1"/>
          </p:cNvSpPr>
          <p:nvPr>
            <p:ph idx="1"/>
          </p:nvPr>
        </p:nvSpPr>
        <p:spPr/>
        <p:txBody>
          <a:bodyPr/>
          <a:lstStyle/>
          <a:p>
            <a:pPr marL="457200" indent="-457200">
              <a:buFont typeface="+mj-lt"/>
              <a:buAutoNum type="arabicPeriod"/>
            </a:pPr>
            <a:r>
              <a:rPr lang="en-VN" dirty="0"/>
              <a:t>Đặt vấn đề</a:t>
            </a:r>
          </a:p>
          <a:p>
            <a:pPr marL="457200" indent="-457200">
              <a:buFont typeface="+mj-lt"/>
              <a:buAutoNum type="arabicPeriod"/>
            </a:pPr>
            <a:r>
              <a:rPr lang="en-VN" dirty="0"/>
              <a:t>Nội dung nghiên cứu</a:t>
            </a:r>
          </a:p>
          <a:p>
            <a:pPr marL="457200" indent="-457200">
              <a:buFont typeface="+mj-lt"/>
              <a:buAutoNum type="arabicPeriod"/>
            </a:pPr>
            <a:r>
              <a:rPr lang="en-VN" dirty="0"/>
              <a:t>Phương pháp thực nghiệm</a:t>
            </a:r>
          </a:p>
          <a:p>
            <a:pPr marL="457200" indent="-457200">
              <a:buFont typeface="+mj-lt"/>
              <a:buAutoNum type="arabicPeriod"/>
            </a:pPr>
            <a:r>
              <a:rPr lang="en-VN" dirty="0"/>
              <a:t>Kết quả thực nghiệm</a:t>
            </a:r>
          </a:p>
          <a:p>
            <a:pPr marL="457200" indent="-457200">
              <a:buFont typeface="+mj-lt"/>
              <a:buAutoNum type="arabicPeriod"/>
            </a:pPr>
            <a:r>
              <a:rPr lang="en-VN" dirty="0"/>
              <a:t>Kết luận</a:t>
            </a:r>
          </a:p>
        </p:txBody>
      </p:sp>
    </p:spTree>
    <p:extLst>
      <p:ext uri="{BB962C8B-B14F-4D97-AF65-F5344CB8AC3E}">
        <p14:creationId xmlns:p14="http://schemas.microsoft.com/office/powerpoint/2010/main" val="3591017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D4761-A3AC-54C7-4545-D4B2C12D6972}"/>
              </a:ext>
            </a:extLst>
          </p:cNvPr>
          <p:cNvSpPr>
            <a:spLocks noGrp="1"/>
          </p:cNvSpPr>
          <p:nvPr>
            <p:ph type="title"/>
          </p:nvPr>
        </p:nvSpPr>
        <p:spPr/>
        <p:txBody>
          <a:bodyPr/>
          <a:lstStyle/>
          <a:p>
            <a:r>
              <a:rPr lang="en-VN" dirty="0"/>
              <a:t>1. Đặt vấn đề</a:t>
            </a:r>
          </a:p>
        </p:txBody>
      </p:sp>
      <p:sp>
        <p:nvSpPr>
          <p:cNvPr id="3" name="Content Placeholder 2">
            <a:extLst>
              <a:ext uri="{FF2B5EF4-FFF2-40B4-BE49-F238E27FC236}">
                <a16:creationId xmlns:a16="http://schemas.microsoft.com/office/drawing/2014/main" id="{9E7EBAD6-F659-D226-CBC9-8AC45FEA3FD8}"/>
              </a:ext>
            </a:extLst>
          </p:cNvPr>
          <p:cNvSpPr>
            <a:spLocks noGrp="1"/>
          </p:cNvSpPr>
          <p:nvPr>
            <p:ph idx="1"/>
          </p:nvPr>
        </p:nvSpPr>
        <p:spPr/>
        <p:txBody>
          <a:bodyPr>
            <a:normAutofit/>
          </a:bodyPr>
          <a:lstStyle/>
          <a:p>
            <a:pPr marL="342900" indent="-342900">
              <a:buFont typeface="Wingdings" pitchFamily="2" charset="2"/>
              <a:buChar char="v"/>
            </a:pPr>
            <a:r>
              <a:rPr lang="vi-VN"/>
              <a:t>Cảm xúc khuôn mặt đóng vai trò quan trọng trong giao tiếp con người (Mehrabian, 1968)</a:t>
            </a:r>
            <a:endParaRPr lang="en-US"/>
          </a:p>
          <a:p>
            <a:pPr marL="800100" lvl="1" indent="-342900">
              <a:buFont typeface="Wingdings" pitchFamily="2" charset="2"/>
              <a:buChar char="v"/>
            </a:pPr>
            <a:r>
              <a:rPr lang="en-US"/>
              <a:t>55% thông tin từ biểu cảm khuôn mặt.</a:t>
            </a:r>
          </a:p>
          <a:p>
            <a:pPr marL="800100" lvl="1" indent="-342900">
              <a:buFont typeface="Wingdings" pitchFamily="2" charset="2"/>
              <a:buChar char="v"/>
            </a:pPr>
            <a:r>
              <a:rPr lang="en-US"/>
              <a:t>38% từ giọng nói, 7% từ ngôn từ.</a:t>
            </a:r>
          </a:p>
          <a:p>
            <a:pPr marL="342900" indent="-342900">
              <a:buFont typeface="Wingdings" pitchFamily="2" charset="2"/>
              <a:buChar char="v"/>
            </a:pPr>
            <a:r>
              <a:rPr lang="en-VN"/>
              <a:t>Ứng dụng thực tiễn:</a:t>
            </a:r>
            <a:endParaRPr lang="en-US"/>
          </a:p>
          <a:p>
            <a:pPr marL="800100" lvl="1" indent="-342900">
              <a:buFont typeface="Wingdings" pitchFamily="2" charset="2"/>
              <a:buChar char="v"/>
            </a:pPr>
            <a:r>
              <a:rPr lang="vi-VN"/>
              <a:t>Phân tích tâm lý: hiểu hành vi, cảm xúc người dùng.</a:t>
            </a:r>
            <a:endParaRPr lang="en-US"/>
          </a:p>
          <a:p>
            <a:pPr marL="800100" lvl="1" indent="-342900">
              <a:buFont typeface="Wingdings" pitchFamily="2" charset="2"/>
              <a:buChar char="v"/>
            </a:pPr>
            <a:r>
              <a:rPr lang="vi-VN"/>
              <a:t>Quảng cáo thông minh: tối ưu chiến dịch dựa trên phản ứng khách hàng.</a:t>
            </a:r>
            <a:endParaRPr lang="en-US"/>
          </a:p>
          <a:p>
            <a:pPr marL="800100" lvl="1" indent="-342900">
              <a:buFont typeface="Wingdings" pitchFamily="2" charset="2"/>
              <a:buChar char="v"/>
            </a:pPr>
            <a:r>
              <a:rPr lang="vi-VN"/>
              <a:t>Y tế: hỗ trợ chẩn đoán rối loạn tâm lý (trầm cảm, tự kỷ).</a:t>
            </a:r>
            <a:endParaRPr lang="en-VN"/>
          </a:p>
        </p:txBody>
      </p:sp>
    </p:spTree>
    <p:extLst>
      <p:ext uri="{BB962C8B-B14F-4D97-AF65-F5344CB8AC3E}">
        <p14:creationId xmlns:p14="http://schemas.microsoft.com/office/powerpoint/2010/main" val="3904543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5619-0CB0-BDEB-0D3F-89F7ADF60D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7F5CC-7AE0-18CF-743A-03D3126A51D5}"/>
              </a:ext>
            </a:extLst>
          </p:cNvPr>
          <p:cNvSpPr>
            <a:spLocks noGrp="1"/>
          </p:cNvSpPr>
          <p:nvPr>
            <p:ph type="title"/>
          </p:nvPr>
        </p:nvSpPr>
        <p:spPr/>
        <p:txBody>
          <a:bodyPr/>
          <a:lstStyle/>
          <a:p>
            <a:r>
              <a:rPr lang="en-VN" dirty="0"/>
              <a:t>1. Đặt </a:t>
            </a:r>
            <a:r>
              <a:rPr lang="en-VN"/>
              <a:t>vấn đề</a:t>
            </a:r>
            <a:r>
              <a:rPr lang="en-US"/>
              <a:t> - Tầm quan trọng</a:t>
            </a:r>
            <a:endParaRPr lang="en-VN" dirty="0"/>
          </a:p>
        </p:txBody>
      </p:sp>
      <p:sp>
        <p:nvSpPr>
          <p:cNvPr id="3" name="Content Placeholder 2">
            <a:extLst>
              <a:ext uri="{FF2B5EF4-FFF2-40B4-BE49-F238E27FC236}">
                <a16:creationId xmlns:a16="http://schemas.microsoft.com/office/drawing/2014/main" id="{34E2137B-A8B9-2136-D8D9-2BF8F59B5037}"/>
              </a:ext>
            </a:extLst>
          </p:cNvPr>
          <p:cNvSpPr>
            <a:spLocks noGrp="1"/>
          </p:cNvSpPr>
          <p:nvPr>
            <p:ph idx="1"/>
          </p:nvPr>
        </p:nvSpPr>
        <p:spPr/>
        <p:txBody>
          <a:bodyPr/>
          <a:lstStyle/>
          <a:p>
            <a:pPr marL="342900" indent="-342900">
              <a:buFont typeface="Wingdings" pitchFamily="2" charset="2"/>
              <a:buChar char="v"/>
            </a:pPr>
            <a:r>
              <a:rPr lang="en-VN" dirty="0"/>
              <a:t>Phương pháp phổ biến chẩn đoán bệnh COVID-19:</a:t>
            </a:r>
          </a:p>
          <a:p>
            <a:pPr marL="800100" lvl="1" indent="-342900">
              <a:buFont typeface="Arial" panose="020B0604020202020204" pitchFamily="34" charset="0"/>
              <a:buChar char="•"/>
            </a:pPr>
            <a:r>
              <a:rPr lang="vi-VN" dirty="0"/>
              <a:t>Xét nghiệm phản ứng chuỗi polymerase phiên mã ngược (RT-PCR).</a:t>
            </a:r>
          </a:p>
          <a:p>
            <a:pPr marL="800100" lvl="1" indent="-342900">
              <a:buFont typeface="Arial" panose="020B0604020202020204" pitchFamily="34" charset="0"/>
              <a:buChar char="•"/>
            </a:pPr>
            <a:r>
              <a:rPr lang="en-VN" dirty="0"/>
              <a:t>Chẩn đoán bằng ảnh CT: Quan sát </a:t>
            </a:r>
            <a:r>
              <a:rPr lang="vi-VN" dirty="0"/>
              <a:t>các vùng mờ kính hai bên (GGO) và hiện tượng đông đặc nhu mô (CO).</a:t>
            </a:r>
            <a:endParaRPr lang="en-VN" dirty="0"/>
          </a:p>
          <a:p>
            <a:pPr marL="800100" lvl="1" indent="-342900">
              <a:buFont typeface="Arial" panose="020B0604020202020204" pitchFamily="34" charset="0"/>
              <a:buChar char="•"/>
            </a:pPr>
            <a:endParaRPr lang="vi-VN" dirty="0"/>
          </a:p>
          <a:p>
            <a:pPr marL="342900" indent="-342900">
              <a:buFont typeface="Wingdings" pitchFamily="2" charset="2"/>
              <a:buChar char="Ø"/>
            </a:pPr>
            <a:r>
              <a:rPr lang="vi-VN" dirty="0"/>
              <a:t>Trí tuệ nhân tạo (AI) mở ra hướng đi mới trong chẩn đoán bệnh COVID-19.</a:t>
            </a:r>
          </a:p>
        </p:txBody>
      </p:sp>
    </p:spTree>
    <p:extLst>
      <p:ext uri="{BB962C8B-B14F-4D97-AF65-F5344CB8AC3E}">
        <p14:creationId xmlns:p14="http://schemas.microsoft.com/office/powerpoint/2010/main" val="1671998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585E6-7B5F-4438-BDDE-781ED5517FBB}"/>
              </a:ext>
            </a:extLst>
          </p:cNvPr>
          <p:cNvSpPr>
            <a:spLocks noGrp="1"/>
          </p:cNvSpPr>
          <p:nvPr>
            <p:ph type="title"/>
          </p:nvPr>
        </p:nvSpPr>
        <p:spPr/>
        <p:txBody>
          <a:bodyPr/>
          <a:lstStyle/>
          <a:p>
            <a:r>
              <a:rPr lang="en-VN" dirty="0"/>
              <a:t>1. Đặt </a:t>
            </a:r>
            <a:r>
              <a:rPr lang="en-VN"/>
              <a:t>vấn đề</a:t>
            </a:r>
            <a:r>
              <a:rPr lang="en-US"/>
              <a:t> - Thách thức</a:t>
            </a:r>
            <a:endParaRPr lang="en-VN" dirty="0"/>
          </a:p>
        </p:txBody>
      </p:sp>
      <p:sp>
        <p:nvSpPr>
          <p:cNvPr id="3" name="Content Placeholder 2">
            <a:extLst>
              <a:ext uri="{FF2B5EF4-FFF2-40B4-BE49-F238E27FC236}">
                <a16:creationId xmlns:a16="http://schemas.microsoft.com/office/drawing/2014/main" id="{DBD32DB8-E34A-2A1B-4608-5B400F759155}"/>
              </a:ext>
            </a:extLst>
          </p:cNvPr>
          <p:cNvSpPr>
            <a:spLocks noGrp="1"/>
          </p:cNvSpPr>
          <p:nvPr>
            <p:ph idx="1"/>
          </p:nvPr>
        </p:nvSpPr>
        <p:spPr>
          <a:xfrm>
            <a:off x="838200" y="1825625"/>
            <a:ext cx="6001139" cy="4351338"/>
          </a:xfrm>
        </p:spPr>
        <p:txBody>
          <a:bodyPr>
            <a:normAutofit/>
          </a:bodyPr>
          <a:lstStyle/>
          <a:p>
            <a:pPr marL="342900" indent="-342900">
              <a:buFont typeface="Wingdings" pitchFamily="2" charset="2"/>
              <a:buChar char="Ø"/>
            </a:pPr>
            <a:r>
              <a:rPr lang="en-VN"/>
              <a:t>Thách thức:</a:t>
            </a:r>
            <a:endParaRPr lang="en-VN" dirty="0"/>
          </a:p>
          <a:p>
            <a:pPr marL="342900" indent="-342900">
              <a:buFont typeface="Arial" panose="020B0604020202020204" pitchFamily="34" charset="0"/>
              <a:buChar char="•"/>
            </a:pPr>
            <a:r>
              <a:rPr lang="vi-VN"/>
              <a:t>Đa dạng biểu cảm: phụ thuộc văn hóa, ngữ cảnh, cá nhân.</a:t>
            </a:r>
            <a:endParaRPr lang="en-US"/>
          </a:p>
          <a:p>
            <a:pPr marL="342900" indent="-342900">
              <a:buFont typeface="Arial" panose="020B0604020202020204" pitchFamily="34" charset="0"/>
              <a:buChar char="•"/>
            </a:pPr>
            <a:r>
              <a:rPr lang="vi-VN"/>
              <a:t>Điều kiện thực tế: ánh sáng, góc quay, nhiễu ảnh hưởng đến độ chính xác.</a:t>
            </a:r>
            <a:endParaRPr lang="en-US"/>
          </a:p>
          <a:p>
            <a:pPr marL="342900" indent="-342900">
              <a:buFont typeface="Arial" panose="020B0604020202020204" pitchFamily="34" charset="0"/>
              <a:buChar char="•"/>
            </a:pPr>
            <a:r>
              <a:rPr lang="vi-VN"/>
              <a:t>Phương pháp thủ công (Gabor, NMF): hạn chế về tốc độ và tự động hóa.</a:t>
            </a:r>
            <a:endParaRPr lang="en-VN" sz="2000" dirty="0"/>
          </a:p>
          <a:p>
            <a:pPr marL="342900" indent="-342900">
              <a:buFont typeface="Wingdings" pitchFamily="2" charset="2"/>
              <a:buChar char="v"/>
            </a:pPr>
            <a:endParaRPr lang="en-VN" sz="2000" dirty="0"/>
          </a:p>
          <a:p>
            <a:pPr marL="342900" indent="-342900">
              <a:buFont typeface="Wingdings" pitchFamily="2" charset="2"/>
              <a:buChar char="v"/>
            </a:pPr>
            <a:endParaRPr lang="en-VN" sz="2000" dirty="0"/>
          </a:p>
        </p:txBody>
      </p:sp>
      <p:pic>
        <p:nvPicPr>
          <p:cNvPr id="5" name="Picture 4">
            <a:extLst>
              <a:ext uri="{FF2B5EF4-FFF2-40B4-BE49-F238E27FC236}">
                <a16:creationId xmlns:a16="http://schemas.microsoft.com/office/drawing/2014/main" id="{47338476-7FF5-7308-BEE1-C7451D51D5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86869" y="2127378"/>
            <a:ext cx="3397897" cy="3397897"/>
          </a:xfrm>
          <a:prstGeom prst="rect">
            <a:avLst/>
          </a:prstGeom>
        </p:spPr>
      </p:pic>
    </p:spTree>
    <p:extLst>
      <p:ext uri="{BB962C8B-B14F-4D97-AF65-F5344CB8AC3E}">
        <p14:creationId xmlns:p14="http://schemas.microsoft.com/office/powerpoint/2010/main" val="1532122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6E933-6366-3C3E-2374-C22B65BFA22F}"/>
              </a:ext>
            </a:extLst>
          </p:cNvPr>
          <p:cNvSpPr>
            <a:spLocks noGrp="1"/>
          </p:cNvSpPr>
          <p:nvPr>
            <p:ph type="title"/>
          </p:nvPr>
        </p:nvSpPr>
        <p:spPr/>
        <p:txBody>
          <a:bodyPr/>
          <a:lstStyle/>
          <a:p>
            <a:r>
              <a:rPr lang="en-VN" dirty="0"/>
              <a:t>1. Đặt vấn đề</a:t>
            </a:r>
          </a:p>
        </p:txBody>
      </p:sp>
      <p:sp>
        <p:nvSpPr>
          <p:cNvPr id="3" name="Content Placeholder 2">
            <a:extLst>
              <a:ext uri="{FF2B5EF4-FFF2-40B4-BE49-F238E27FC236}">
                <a16:creationId xmlns:a16="http://schemas.microsoft.com/office/drawing/2014/main" id="{414120D6-A42E-8BB0-BF8A-D2EB790F32DC}"/>
              </a:ext>
            </a:extLst>
          </p:cNvPr>
          <p:cNvSpPr>
            <a:spLocks noGrp="1"/>
          </p:cNvSpPr>
          <p:nvPr>
            <p:ph idx="1"/>
          </p:nvPr>
        </p:nvSpPr>
        <p:spPr/>
        <p:txBody>
          <a:bodyPr/>
          <a:lstStyle/>
          <a:p>
            <a:pPr marL="342900" indent="-342900">
              <a:buFont typeface="Wingdings" pitchFamily="2" charset="2"/>
              <a:buChar char="v"/>
            </a:pPr>
            <a:r>
              <a:rPr lang="vi-VN" dirty="0"/>
              <a:t>Thách thức:</a:t>
            </a:r>
          </a:p>
          <a:p>
            <a:pPr marL="800100" lvl="1" indent="-342900">
              <a:buFont typeface="Arial" panose="020B0604020202020204" pitchFamily="34" charset="0"/>
              <a:buChar char="•"/>
            </a:pPr>
            <a:r>
              <a:rPr lang="vi-VN" dirty="0"/>
              <a:t>Sự đa dạng và phức tạp của phổi bị nhiễm COVID-19.</a:t>
            </a:r>
          </a:p>
          <a:p>
            <a:pPr marL="800100" lvl="1" indent="-342900">
              <a:buFont typeface="Arial" panose="020B0604020202020204" pitchFamily="34" charset="0"/>
              <a:buChar char="•"/>
            </a:pPr>
            <a:r>
              <a:rPr lang="vi-VN" dirty="0"/>
              <a:t>Các vùng bị lây nhiễm có thể khác nhau về kích thước, hình dạng, và vị trí.</a:t>
            </a:r>
          </a:p>
          <a:p>
            <a:pPr marL="800100" lvl="1" indent="-342900">
              <a:buFont typeface="Arial" panose="020B0604020202020204" pitchFamily="34" charset="0"/>
              <a:buChar char="•"/>
            </a:pPr>
            <a:r>
              <a:rPr lang="vi-VN" dirty="0"/>
              <a:t>Ảnh CT thường bị ảnh hưởng bởi nhiễu, độ tương phản thấp.</a:t>
            </a:r>
          </a:p>
          <a:p>
            <a:pPr marL="800100" lvl="1" indent="-342900">
              <a:buFont typeface="Arial" panose="020B0604020202020204" pitchFamily="34" charset="0"/>
              <a:buChar char="•"/>
            </a:pPr>
            <a:endParaRPr lang="vi-VN" dirty="0"/>
          </a:p>
          <a:p>
            <a:pPr marL="342900" indent="-342900">
              <a:buFont typeface="Wingdings" pitchFamily="2" charset="2"/>
              <a:buChar char="Ø"/>
            </a:pPr>
            <a:r>
              <a:rPr lang="vi-VN" dirty="0"/>
              <a:t>Cải tiến mô hình UNet3+ tăng hiệu suất chẩn đoán COVID-19.</a:t>
            </a:r>
          </a:p>
          <a:p>
            <a:pPr lvl="1"/>
            <a:endParaRPr lang="vi-VN" dirty="0"/>
          </a:p>
          <a:p>
            <a:endParaRPr lang="vi-VN" dirty="0"/>
          </a:p>
          <a:p>
            <a:endParaRPr lang="en-VN" dirty="0"/>
          </a:p>
        </p:txBody>
      </p:sp>
    </p:spTree>
    <p:extLst>
      <p:ext uri="{BB962C8B-B14F-4D97-AF65-F5344CB8AC3E}">
        <p14:creationId xmlns:p14="http://schemas.microsoft.com/office/powerpoint/2010/main" val="3302989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9FB41-A906-EF05-C23A-BFD934934E44}"/>
              </a:ext>
            </a:extLst>
          </p:cNvPr>
          <p:cNvSpPr>
            <a:spLocks noGrp="1"/>
          </p:cNvSpPr>
          <p:nvPr>
            <p:ph type="title"/>
          </p:nvPr>
        </p:nvSpPr>
        <p:spPr/>
        <p:txBody>
          <a:bodyPr/>
          <a:lstStyle/>
          <a:p>
            <a:r>
              <a:rPr lang="en-VN" dirty="0"/>
              <a:t>2. Nội dung nghiên cứu</a:t>
            </a:r>
          </a:p>
        </p:txBody>
      </p:sp>
      <p:sp>
        <p:nvSpPr>
          <p:cNvPr id="3" name="Content Placeholder 2">
            <a:extLst>
              <a:ext uri="{FF2B5EF4-FFF2-40B4-BE49-F238E27FC236}">
                <a16:creationId xmlns:a16="http://schemas.microsoft.com/office/drawing/2014/main" id="{DDBE9BD8-3616-C3E3-757F-B0A1B6E385EF}"/>
              </a:ext>
            </a:extLst>
          </p:cNvPr>
          <p:cNvSpPr>
            <a:spLocks noGrp="1"/>
          </p:cNvSpPr>
          <p:nvPr>
            <p:ph idx="1"/>
          </p:nvPr>
        </p:nvSpPr>
        <p:spPr/>
        <p:txBody>
          <a:bodyPr/>
          <a:lstStyle/>
          <a:p>
            <a:pPr marL="342900" indent="-342900">
              <a:buFont typeface="Wingdings" pitchFamily="2" charset="2"/>
              <a:buChar char="Ø"/>
            </a:pPr>
            <a:r>
              <a:rPr lang="en-US" dirty="0" err="1"/>
              <a:t>Kiến</a:t>
            </a:r>
            <a:r>
              <a:rPr lang="en-US" dirty="0"/>
              <a:t> </a:t>
            </a:r>
            <a:r>
              <a:rPr lang="en-US" dirty="0" err="1"/>
              <a:t>trúc</a:t>
            </a:r>
            <a:r>
              <a:rPr lang="en-US" dirty="0"/>
              <a:t> </a:t>
            </a:r>
            <a:r>
              <a:rPr lang="en-US" dirty="0" err="1"/>
              <a:t>và</a:t>
            </a:r>
            <a:r>
              <a:rPr lang="en-US" dirty="0"/>
              <a:t> </a:t>
            </a:r>
            <a:r>
              <a:rPr lang="en-US" dirty="0" err="1"/>
              <a:t>nguyên</a:t>
            </a:r>
            <a:r>
              <a:rPr lang="en-US" dirty="0"/>
              <a:t> </a:t>
            </a:r>
            <a:r>
              <a:rPr lang="en-US" dirty="0" err="1"/>
              <a:t>lý</a:t>
            </a:r>
            <a:r>
              <a:rPr lang="en-US" dirty="0"/>
              <a:t> </a:t>
            </a:r>
            <a:r>
              <a:rPr lang="en-US" dirty="0" err="1"/>
              <a:t>hoạt</a:t>
            </a:r>
            <a:r>
              <a:rPr lang="en-US" dirty="0"/>
              <a:t> </a:t>
            </a:r>
            <a:r>
              <a:rPr lang="en-US" dirty="0" err="1"/>
              <a:t>động</a:t>
            </a:r>
            <a:r>
              <a:rPr lang="en-US" dirty="0"/>
              <a:t> </a:t>
            </a:r>
            <a:r>
              <a:rPr lang="en-US" dirty="0" err="1"/>
              <a:t>của</a:t>
            </a:r>
            <a:r>
              <a:rPr lang="en-US" dirty="0"/>
              <a:t> </a:t>
            </a:r>
            <a:r>
              <a:rPr lang="en-US" dirty="0" err="1"/>
              <a:t>mạng</a:t>
            </a:r>
            <a:r>
              <a:rPr lang="en-US" dirty="0"/>
              <a:t> UNet3+</a:t>
            </a:r>
            <a:r>
              <a:rPr lang="en-VN" dirty="0"/>
              <a:t>.</a:t>
            </a:r>
          </a:p>
          <a:p>
            <a:pPr marL="342900" indent="-342900">
              <a:buFont typeface="Wingdings" pitchFamily="2" charset="2"/>
              <a:buChar char="Ø"/>
            </a:pPr>
            <a:r>
              <a:rPr lang="en-VN" dirty="0"/>
              <a:t>Cải tiến bộ mã hoá UNet3+.</a:t>
            </a:r>
          </a:p>
          <a:p>
            <a:pPr marL="342900" indent="-342900">
              <a:buFont typeface="Wingdings" pitchFamily="2" charset="2"/>
              <a:buChar char="Ø"/>
            </a:pPr>
            <a:r>
              <a:rPr lang="en-US" dirty="0" err="1"/>
              <a:t>Bộ</a:t>
            </a:r>
            <a:r>
              <a:rPr lang="en-US" dirty="0"/>
              <a:t> </a:t>
            </a:r>
            <a:r>
              <a:rPr lang="en-US" dirty="0" err="1"/>
              <a:t>dữ</a:t>
            </a:r>
            <a:r>
              <a:rPr lang="en-US" dirty="0"/>
              <a:t> </a:t>
            </a:r>
            <a:r>
              <a:rPr lang="en-US" dirty="0" err="1"/>
              <a:t>liệu</a:t>
            </a:r>
            <a:r>
              <a:rPr lang="en-US" dirty="0"/>
              <a:t> </a:t>
            </a:r>
            <a:r>
              <a:rPr lang="en-US" dirty="0" err="1"/>
              <a:t>ảnh</a:t>
            </a:r>
            <a:r>
              <a:rPr lang="en-US" dirty="0"/>
              <a:t> CT </a:t>
            </a:r>
            <a:r>
              <a:rPr lang="en-US" dirty="0" err="1"/>
              <a:t>phổi</a:t>
            </a:r>
            <a:r>
              <a:rPr lang="en-US" dirty="0"/>
              <a:t> COVID-19.</a:t>
            </a:r>
          </a:p>
          <a:p>
            <a:pPr marL="342900" indent="-342900">
              <a:buFont typeface="Wingdings" pitchFamily="2" charset="2"/>
              <a:buChar char="Ø"/>
            </a:pPr>
            <a:r>
              <a:rPr lang="vi-VN" dirty="0"/>
              <a:t>Các phương pháp tăng cường dữ liệu</a:t>
            </a:r>
          </a:p>
        </p:txBody>
      </p:sp>
    </p:spTree>
    <p:extLst>
      <p:ext uri="{BB962C8B-B14F-4D97-AF65-F5344CB8AC3E}">
        <p14:creationId xmlns:p14="http://schemas.microsoft.com/office/powerpoint/2010/main" val="1984394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1E50E-F58D-31AB-B69F-503440E0655F}"/>
              </a:ext>
            </a:extLst>
          </p:cNvPr>
          <p:cNvSpPr>
            <a:spLocks noGrp="1"/>
          </p:cNvSpPr>
          <p:nvPr>
            <p:ph type="title"/>
          </p:nvPr>
        </p:nvSpPr>
        <p:spPr/>
        <p:txBody>
          <a:bodyPr/>
          <a:lstStyle/>
          <a:p>
            <a:r>
              <a:rPr lang="en-VN" dirty="0"/>
              <a:t>3. Phương pháp thực nghiệm</a:t>
            </a:r>
          </a:p>
        </p:txBody>
      </p:sp>
      <p:sp>
        <p:nvSpPr>
          <p:cNvPr id="3" name="Content Placeholder 2">
            <a:extLst>
              <a:ext uri="{FF2B5EF4-FFF2-40B4-BE49-F238E27FC236}">
                <a16:creationId xmlns:a16="http://schemas.microsoft.com/office/drawing/2014/main" id="{17CDE5D9-2E8C-56F1-CE17-1AA85F510FDC}"/>
              </a:ext>
            </a:extLst>
          </p:cNvPr>
          <p:cNvSpPr>
            <a:spLocks noGrp="1"/>
          </p:cNvSpPr>
          <p:nvPr>
            <p:ph idx="1"/>
          </p:nvPr>
        </p:nvSpPr>
        <p:spPr/>
        <p:txBody>
          <a:bodyPr/>
          <a:lstStyle/>
          <a:p>
            <a:r>
              <a:rPr lang="en-VN" dirty="0"/>
              <a:t>3.1 Thu thập dữ liệu </a:t>
            </a:r>
          </a:p>
          <a:p>
            <a:r>
              <a:rPr lang="en-US" sz="2000" dirty="0" err="1"/>
              <a:t>Bộ</a:t>
            </a:r>
            <a:r>
              <a:rPr lang="en-US" sz="2000" dirty="0"/>
              <a:t> </a:t>
            </a:r>
            <a:r>
              <a:rPr lang="en-US" sz="2000" dirty="0" err="1"/>
              <a:t>dữ</a:t>
            </a:r>
            <a:r>
              <a:rPr lang="en-US" sz="2000" dirty="0"/>
              <a:t> </a:t>
            </a:r>
            <a:r>
              <a:rPr lang="en-US" sz="2000" dirty="0" err="1"/>
              <a:t>liệu</a:t>
            </a:r>
            <a:r>
              <a:rPr lang="en-US" sz="2000" dirty="0"/>
              <a:t> COVID </a:t>
            </a:r>
            <a:r>
              <a:rPr lang="en-US" sz="2000" dirty="0" err="1"/>
              <a:t>MedSeg</a:t>
            </a:r>
            <a:r>
              <a:rPr lang="en-US" sz="2000" dirty="0"/>
              <a:t> </a:t>
            </a:r>
            <a:r>
              <a:rPr lang="en-US" sz="2000" dirty="0" err="1"/>
              <a:t>từ</a:t>
            </a:r>
            <a:r>
              <a:rPr lang="en-US" sz="2000" dirty="0"/>
              <a:t> </a:t>
            </a:r>
            <a:r>
              <a:rPr lang="en-US" sz="2000" dirty="0" err="1"/>
              <a:t>Hiệp</a:t>
            </a:r>
            <a:r>
              <a:rPr lang="en-US" sz="2000" dirty="0"/>
              <a:t> </a:t>
            </a:r>
            <a:r>
              <a:rPr lang="en-US" sz="2000" dirty="0" err="1"/>
              <a:t>hội</a:t>
            </a:r>
            <a:r>
              <a:rPr lang="en-US" sz="2000" dirty="0"/>
              <a:t> X </a:t>
            </a:r>
            <a:r>
              <a:rPr lang="en-US" sz="2000" dirty="0" err="1"/>
              <a:t>quang</a:t>
            </a:r>
            <a:r>
              <a:rPr lang="en-US" sz="2000" dirty="0"/>
              <a:t> Y </a:t>
            </a:r>
            <a:r>
              <a:rPr lang="en-US" sz="2000" dirty="0" err="1"/>
              <a:t>tế</a:t>
            </a:r>
            <a:r>
              <a:rPr lang="en-US" sz="2000" dirty="0"/>
              <a:t> </a:t>
            </a:r>
            <a:r>
              <a:rPr lang="en-US" sz="2000" dirty="0" err="1"/>
              <a:t>và</a:t>
            </a:r>
            <a:r>
              <a:rPr lang="en-US" sz="2000" dirty="0"/>
              <a:t> Can </a:t>
            </a:r>
            <a:r>
              <a:rPr lang="en-US" sz="2000" dirty="0" err="1"/>
              <a:t>thiệp</a:t>
            </a:r>
            <a:r>
              <a:rPr lang="en-US" sz="2000" dirty="0"/>
              <a:t> </a:t>
            </a:r>
            <a:r>
              <a:rPr lang="en-US" sz="2000" dirty="0" err="1"/>
              <a:t>Ý</a:t>
            </a:r>
            <a:r>
              <a:rPr lang="en-US" sz="2000" dirty="0"/>
              <a:t> (Italian Society of Medical and Interventional Radiology).</a:t>
            </a:r>
          </a:p>
          <a:p>
            <a:endParaRPr lang="en-US" sz="2000" dirty="0"/>
          </a:p>
          <a:p>
            <a:pPr marL="342900" indent="-342900">
              <a:buFont typeface="Arial" panose="020B0604020202020204" pitchFamily="34" charset="0"/>
              <a:buChar char="•"/>
            </a:pPr>
            <a:r>
              <a:rPr lang="en-US" sz="2000" dirty="0"/>
              <a:t>829 </a:t>
            </a:r>
            <a:r>
              <a:rPr lang="en-US" sz="2000" dirty="0" err="1"/>
              <a:t>lát</a:t>
            </a:r>
            <a:r>
              <a:rPr lang="en-US" sz="2000" dirty="0"/>
              <a:t> </a:t>
            </a:r>
            <a:r>
              <a:rPr lang="en-US" sz="2000" dirty="0" err="1"/>
              <a:t>cắt</a:t>
            </a:r>
            <a:r>
              <a:rPr lang="en-US" sz="2000" dirty="0"/>
              <a:t> </a:t>
            </a:r>
            <a:r>
              <a:rPr lang="en-US" sz="2000" dirty="0" err="1"/>
              <a:t>phổi</a:t>
            </a:r>
            <a:r>
              <a:rPr lang="en-US" sz="2000" dirty="0"/>
              <a:t> </a:t>
            </a:r>
            <a:r>
              <a:rPr lang="en-US" sz="2000" dirty="0" err="1"/>
              <a:t>từ</a:t>
            </a:r>
            <a:r>
              <a:rPr lang="en-US" sz="2000" dirty="0"/>
              <a:t> 9 </a:t>
            </a:r>
            <a:r>
              <a:rPr lang="en-US" sz="2000" dirty="0" err="1"/>
              <a:t>trục</a:t>
            </a:r>
            <a:r>
              <a:rPr lang="en-US" sz="2000" dirty="0"/>
              <a:t> </a:t>
            </a:r>
            <a:r>
              <a:rPr lang="en-US" sz="2000" dirty="0" err="1"/>
              <a:t>hình</a:t>
            </a:r>
            <a:r>
              <a:rPr lang="en-US" sz="2000" dirty="0"/>
              <a:t> </a:t>
            </a:r>
            <a:r>
              <a:rPr lang="en-US" sz="2000" dirty="0" err="1"/>
              <a:t>ảnh</a:t>
            </a:r>
            <a:r>
              <a:rPr lang="en-US" sz="2000" dirty="0"/>
              <a:t> </a:t>
            </a:r>
            <a:r>
              <a:rPr lang="en-US" sz="2000" dirty="0" err="1"/>
              <a:t>chụp</a:t>
            </a:r>
            <a:r>
              <a:rPr lang="en-US" sz="2000" dirty="0"/>
              <a:t> </a:t>
            </a:r>
            <a:r>
              <a:rPr lang="en-US" sz="2000" dirty="0" err="1"/>
              <a:t>cắt</a:t>
            </a:r>
            <a:r>
              <a:rPr lang="en-US" sz="2000" dirty="0"/>
              <a:t> </a:t>
            </a:r>
            <a:r>
              <a:rPr lang="en-US" sz="2000" dirty="0" err="1"/>
              <a:t>lớp</a:t>
            </a:r>
            <a:r>
              <a:rPr lang="en-US" sz="2000" dirty="0"/>
              <a:t> vi </a:t>
            </a:r>
            <a:r>
              <a:rPr lang="en-US" sz="2000" dirty="0" err="1"/>
              <a:t>tính</a:t>
            </a:r>
            <a:r>
              <a:rPr lang="en-US" sz="2000" dirty="0"/>
              <a:t>. </a:t>
            </a:r>
          </a:p>
          <a:p>
            <a:pPr marL="342900" indent="-342900">
              <a:buFont typeface="Arial" panose="020B0604020202020204" pitchFamily="34" charset="0"/>
              <a:buChar char="•"/>
            </a:pPr>
            <a:r>
              <a:rPr lang="en-US" sz="2000" dirty="0" err="1"/>
              <a:t>Với</a:t>
            </a:r>
            <a:r>
              <a:rPr lang="en-US" sz="2000" dirty="0"/>
              <a:t> </a:t>
            </a:r>
            <a:r>
              <a:rPr lang="en-US" sz="2000" dirty="0" err="1"/>
              <a:t>định</a:t>
            </a:r>
            <a:r>
              <a:rPr lang="en-US" sz="2000" dirty="0"/>
              <a:t> </a:t>
            </a:r>
            <a:r>
              <a:rPr lang="en-US" sz="2000" dirty="0" err="1"/>
              <a:t>dạng</a:t>
            </a:r>
            <a:r>
              <a:rPr lang="en-US" sz="2000" dirty="0"/>
              <a:t> </a:t>
            </a:r>
            <a:r>
              <a:rPr lang="en-US" sz="2000" dirty="0" err="1"/>
              <a:t>mỗi</a:t>
            </a:r>
            <a:r>
              <a:rPr lang="en-US" sz="2000" dirty="0"/>
              <a:t> </a:t>
            </a:r>
            <a:r>
              <a:rPr lang="en-US" sz="2000" dirty="0" err="1"/>
              <a:t>lát</a:t>
            </a:r>
            <a:r>
              <a:rPr lang="en-US" sz="2000" dirty="0"/>
              <a:t> </a:t>
            </a:r>
            <a:r>
              <a:rPr lang="en-US" sz="2000" dirty="0" err="1"/>
              <a:t>cắt</a:t>
            </a:r>
            <a:r>
              <a:rPr lang="en-US" sz="2000" dirty="0"/>
              <a:t> </a:t>
            </a:r>
            <a:r>
              <a:rPr lang="en-US" sz="2000" dirty="0" err="1"/>
              <a:t>là</a:t>
            </a:r>
            <a:r>
              <a:rPr lang="en-US" sz="2000" dirty="0"/>
              <a:t> NIFTI.</a:t>
            </a:r>
          </a:p>
          <a:p>
            <a:pPr marL="342900" indent="-342900">
              <a:buFont typeface="Arial" panose="020B0604020202020204" pitchFamily="34" charset="0"/>
              <a:buChar char="•"/>
            </a:pPr>
            <a:r>
              <a:rPr lang="en-US" sz="2000" dirty="0" err="1"/>
              <a:t>Mỗi</a:t>
            </a:r>
            <a:r>
              <a:rPr lang="en-US" sz="2000" dirty="0"/>
              <a:t> </a:t>
            </a:r>
            <a:r>
              <a:rPr lang="en-US" sz="2000" dirty="0" err="1"/>
              <a:t>ảnh</a:t>
            </a:r>
            <a:r>
              <a:rPr lang="en-US" sz="2000" dirty="0"/>
              <a:t> (</a:t>
            </a:r>
            <a:r>
              <a:rPr lang="en-US" sz="2000" dirty="0" err="1"/>
              <a:t>lát</a:t>
            </a:r>
            <a:r>
              <a:rPr lang="en-US" sz="2000" dirty="0"/>
              <a:t> </a:t>
            </a:r>
            <a:r>
              <a:rPr lang="en-US" sz="2000" dirty="0" err="1"/>
              <a:t>cắt</a:t>
            </a:r>
            <a:r>
              <a:rPr lang="en-US" sz="2000" dirty="0"/>
              <a:t>) </a:t>
            </a:r>
            <a:r>
              <a:rPr lang="en-US" sz="2000" dirty="0" err="1"/>
              <a:t>có</a:t>
            </a:r>
            <a:r>
              <a:rPr lang="en-US" sz="2000" dirty="0"/>
              <a:t> </a:t>
            </a:r>
            <a:r>
              <a:rPr lang="en-US" sz="2000" dirty="0" err="1"/>
              <a:t>chiều</a:t>
            </a:r>
            <a:r>
              <a:rPr lang="en-US" sz="2000" dirty="0"/>
              <a:t> 630x630x1.</a:t>
            </a:r>
          </a:p>
          <a:p>
            <a:pPr lvl="1"/>
            <a:endParaRPr lang="en-VN" dirty="0"/>
          </a:p>
          <a:p>
            <a:pPr marL="342900" indent="-342900">
              <a:buFont typeface="Wingdings" pitchFamily="2" charset="2"/>
              <a:buChar char="v"/>
            </a:pPr>
            <a:endParaRPr lang="en-VN" dirty="0"/>
          </a:p>
        </p:txBody>
      </p:sp>
    </p:spTree>
    <p:extLst>
      <p:ext uri="{BB962C8B-B14F-4D97-AF65-F5344CB8AC3E}">
        <p14:creationId xmlns:p14="http://schemas.microsoft.com/office/powerpoint/2010/main" val="883684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E1D48-0974-13EB-244D-02BE49CE133F}"/>
              </a:ext>
            </a:extLst>
          </p:cNvPr>
          <p:cNvSpPr>
            <a:spLocks noGrp="1"/>
          </p:cNvSpPr>
          <p:nvPr>
            <p:ph type="title"/>
          </p:nvPr>
        </p:nvSpPr>
        <p:spPr/>
        <p:txBody>
          <a:bodyPr/>
          <a:lstStyle/>
          <a:p>
            <a:r>
              <a:rPr lang="en-VN" dirty="0"/>
              <a:t>3. Phương pháp thực nghiệm</a:t>
            </a:r>
          </a:p>
        </p:txBody>
      </p:sp>
      <p:sp>
        <p:nvSpPr>
          <p:cNvPr id="3" name="Content Placeholder 2">
            <a:extLst>
              <a:ext uri="{FF2B5EF4-FFF2-40B4-BE49-F238E27FC236}">
                <a16:creationId xmlns:a16="http://schemas.microsoft.com/office/drawing/2014/main" id="{FF2B8C8F-B446-3BE7-E99F-9E05F40F67F4}"/>
              </a:ext>
            </a:extLst>
          </p:cNvPr>
          <p:cNvSpPr>
            <a:spLocks noGrp="1"/>
          </p:cNvSpPr>
          <p:nvPr>
            <p:ph idx="1"/>
          </p:nvPr>
        </p:nvSpPr>
        <p:spPr/>
        <p:txBody>
          <a:bodyPr>
            <a:normAutofit fontScale="77500" lnSpcReduction="20000"/>
          </a:bodyPr>
          <a:lstStyle/>
          <a:p>
            <a:r>
              <a:rPr lang="en-VN" dirty="0"/>
              <a:t>3.1 Thu thập dữ liệu </a:t>
            </a:r>
          </a:p>
          <a:p>
            <a:endParaRPr lang="en-VN" dirty="0"/>
          </a:p>
          <a:p>
            <a:endParaRPr lang="en-VN" dirty="0"/>
          </a:p>
          <a:p>
            <a:endParaRPr lang="en-VN" dirty="0"/>
          </a:p>
          <a:p>
            <a:pPr marL="285750" indent="-285750">
              <a:buFont typeface="Wingdings" pitchFamily="2" charset="2"/>
              <a:buChar char="v"/>
            </a:pPr>
            <a:endParaRPr lang="vi-VN" sz="1800" dirty="0"/>
          </a:p>
          <a:p>
            <a:pPr marL="285750" indent="-285750">
              <a:buFont typeface="Wingdings" pitchFamily="2" charset="2"/>
              <a:buChar char="v"/>
            </a:pPr>
            <a:endParaRPr lang="vi-VN" sz="1600" dirty="0"/>
          </a:p>
          <a:p>
            <a:pPr marL="285750" indent="-285750">
              <a:lnSpc>
                <a:spcPct val="160000"/>
              </a:lnSpc>
              <a:buFont typeface="Wingdings" pitchFamily="2" charset="2"/>
              <a:buChar char="v"/>
            </a:pPr>
            <a:endParaRPr lang="vi-VN" sz="1600" dirty="0"/>
          </a:p>
          <a:p>
            <a:pPr marL="285750" indent="-285750">
              <a:lnSpc>
                <a:spcPct val="160000"/>
              </a:lnSpc>
              <a:buFont typeface="Wingdings" pitchFamily="2" charset="2"/>
              <a:buChar char="v"/>
            </a:pPr>
            <a:r>
              <a:rPr lang="vi-VN" sz="1600" dirty="0"/>
              <a:t>Bộ dữ liệu bao gồm 3 nhãn:</a:t>
            </a:r>
          </a:p>
          <a:p>
            <a:pPr marL="742950" lvl="1" indent="-285750">
              <a:lnSpc>
                <a:spcPct val="160000"/>
              </a:lnSpc>
              <a:buFont typeface="Arial" panose="020B0604020202020204" pitchFamily="34" charset="0"/>
              <a:buChar char="•"/>
            </a:pPr>
            <a:r>
              <a:rPr lang="vi-VN" sz="1600" dirty="0"/>
              <a:t>"Vùng nhiễm bệnh" đánh dấu các vùng GGO và CO liên quan đến COVID-19. </a:t>
            </a:r>
          </a:p>
          <a:p>
            <a:pPr marL="742950" lvl="1" indent="-285750">
              <a:lnSpc>
                <a:spcPct val="160000"/>
              </a:lnSpc>
              <a:buFont typeface="Arial" panose="020B0604020202020204" pitchFamily="34" charset="0"/>
              <a:buChar char="•"/>
            </a:pPr>
            <a:r>
              <a:rPr lang="vi-VN" sz="1600" dirty="0"/>
              <a:t>"Vùng phổi" đại diện cho vùng phổi của bệnh nhân.</a:t>
            </a:r>
          </a:p>
          <a:p>
            <a:pPr marL="742950" lvl="1" indent="-285750">
              <a:lnSpc>
                <a:spcPct val="160000"/>
              </a:lnSpc>
              <a:buFont typeface="Arial" panose="020B0604020202020204" pitchFamily="34" charset="0"/>
              <a:buChar char="•"/>
            </a:pPr>
            <a:r>
              <a:rPr lang="vi-VN" sz="1600" dirty="0"/>
              <a:t>"Vùng không phải phổi cũng không nhiễm bệnh" đánh dấu cho các vùng còn lại không bị nhiễm bệnh hay vùng phổi.</a:t>
            </a:r>
            <a:endParaRPr lang="en-VN" sz="1600" dirty="0"/>
          </a:p>
          <a:p>
            <a:endParaRPr lang="en-VN" dirty="0"/>
          </a:p>
        </p:txBody>
      </p:sp>
      <p:pic>
        <p:nvPicPr>
          <p:cNvPr id="5" name="Picture 4">
            <a:extLst>
              <a:ext uri="{FF2B5EF4-FFF2-40B4-BE49-F238E27FC236}">
                <a16:creationId xmlns:a16="http://schemas.microsoft.com/office/drawing/2014/main" id="{8A11EE08-2506-8C6F-6DBE-A80E300B99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8831" y="2230339"/>
            <a:ext cx="7016169" cy="2185530"/>
          </a:xfrm>
          <a:prstGeom prst="rect">
            <a:avLst/>
          </a:prstGeom>
        </p:spPr>
      </p:pic>
      <p:sp>
        <p:nvSpPr>
          <p:cNvPr id="6" name="TextBox 5">
            <a:extLst>
              <a:ext uri="{FF2B5EF4-FFF2-40B4-BE49-F238E27FC236}">
                <a16:creationId xmlns:a16="http://schemas.microsoft.com/office/drawing/2014/main" id="{75CA866C-0C4F-4D6F-519F-0C8484CCD3D2}"/>
              </a:ext>
            </a:extLst>
          </p:cNvPr>
          <p:cNvSpPr txBox="1"/>
          <p:nvPr/>
        </p:nvSpPr>
        <p:spPr>
          <a:xfrm>
            <a:off x="2628900" y="5092700"/>
            <a:ext cx="184731" cy="369332"/>
          </a:xfrm>
          <a:prstGeom prst="rect">
            <a:avLst/>
          </a:prstGeom>
          <a:noFill/>
        </p:spPr>
        <p:txBody>
          <a:bodyPr wrap="none" rtlCol="0">
            <a:spAutoFit/>
          </a:bodyPr>
          <a:lstStyle/>
          <a:p>
            <a:endParaRPr lang="en-VN" dirty="0"/>
          </a:p>
        </p:txBody>
      </p:sp>
    </p:spTree>
    <p:extLst>
      <p:ext uri="{BB962C8B-B14F-4D97-AF65-F5344CB8AC3E}">
        <p14:creationId xmlns:p14="http://schemas.microsoft.com/office/powerpoint/2010/main" val="3633124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9A8B0-C4DE-FCAA-A491-A3C911F6B3D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E4FF95-4C2F-8FFE-F48A-A7C6A7B5FDA7}"/>
              </a:ext>
            </a:extLst>
          </p:cNvPr>
          <p:cNvSpPr>
            <a:spLocks noGrp="1"/>
          </p:cNvSpPr>
          <p:nvPr>
            <p:ph idx="1"/>
          </p:nvPr>
        </p:nvSpPr>
        <p:spPr/>
        <p:txBody>
          <a:bodyPr>
            <a:normAutofit/>
          </a:bodyPr>
          <a:lstStyle/>
          <a:p>
            <a:r>
              <a:rPr lang="en-VN" dirty="0"/>
              <a:t>3.1 Thu thập dữ liệu </a:t>
            </a:r>
          </a:p>
          <a:p>
            <a:r>
              <a:rPr lang="en-US" sz="1800" dirty="0" err="1"/>
              <a:t>Đề</a:t>
            </a:r>
            <a:r>
              <a:rPr lang="en-US" sz="1800" dirty="0"/>
              <a:t> </a:t>
            </a:r>
            <a:r>
              <a:rPr lang="en-US" sz="1800" dirty="0" err="1"/>
              <a:t>tài</a:t>
            </a:r>
            <a:r>
              <a:rPr lang="en-US" sz="1800" dirty="0"/>
              <a:t> </a:t>
            </a:r>
            <a:r>
              <a:rPr lang="en-US" sz="1800" dirty="0" err="1"/>
              <a:t>này</a:t>
            </a:r>
            <a:r>
              <a:rPr lang="en-US" sz="1800" dirty="0"/>
              <a:t> </a:t>
            </a:r>
            <a:r>
              <a:rPr lang="en-US" sz="1800" dirty="0" err="1"/>
              <a:t>tập</a:t>
            </a:r>
            <a:r>
              <a:rPr lang="en-US" sz="1800" dirty="0"/>
              <a:t> </a:t>
            </a:r>
            <a:r>
              <a:rPr lang="en-US" sz="1800" dirty="0" err="1"/>
              <a:t>trung</a:t>
            </a:r>
            <a:r>
              <a:rPr lang="en-US" sz="1800" dirty="0"/>
              <a:t> </a:t>
            </a:r>
            <a:r>
              <a:rPr lang="en-US" sz="1800" dirty="0" err="1"/>
              <a:t>vào</a:t>
            </a:r>
            <a:r>
              <a:rPr lang="en-US" sz="1800" dirty="0"/>
              <a:t> </a:t>
            </a:r>
            <a:r>
              <a:rPr lang="en-US" sz="1800" dirty="0" err="1"/>
              <a:t>việc</a:t>
            </a:r>
            <a:r>
              <a:rPr lang="en-US" sz="1800" dirty="0"/>
              <a:t> </a:t>
            </a:r>
            <a:r>
              <a:rPr lang="en-US" sz="1800" dirty="0" err="1"/>
              <a:t>cải</a:t>
            </a:r>
            <a:r>
              <a:rPr lang="en-US" sz="1800" dirty="0"/>
              <a:t> </a:t>
            </a:r>
            <a:r>
              <a:rPr lang="en-US" sz="1800" dirty="0" err="1"/>
              <a:t>thiện</a:t>
            </a:r>
            <a:r>
              <a:rPr lang="en-US" sz="1800" dirty="0"/>
              <a:t> </a:t>
            </a:r>
            <a:r>
              <a:rPr lang="en-US" sz="1800" dirty="0" err="1"/>
              <a:t>chẩn</a:t>
            </a:r>
            <a:r>
              <a:rPr lang="en-US" sz="1800" dirty="0"/>
              <a:t> </a:t>
            </a:r>
            <a:r>
              <a:rPr lang="en-US" sz="1800" dirty="0" err="1"/>
              <a:t>đoán</a:t>
            </a:r>
            <a:r>
              <a:rPr lang="en-US" sz="1800" dirty="0"/>
              <a:t> COVID-19, </a:t>
            </a:r>
            <a:r>
              <a:rPr lang="en-US" sz="1800" dirty="0" err="1"/>
              <a:t>cho</a:t>
            </a:r>
            <a:r>
              <a:rPr lang="en-US" sz="1800" dirty="0"/>
              <a:t> </a:t>
            </a:r>
            <a:r>
              <a:rPr lang="en-US" sz="1800" dirty="0" err="1"/>
              <a:t>nên</a:t>
            </a:r>
            <a:r>
              <a:rPr lang="en-US" sz="1800" dirty="0"/>
              <a:t> </a:t>
            </a:r>
            <a:r>
              <a:rPr lang="en-US" sz="1800" b="1" dirty="0" err="1"/>
              <a:t>chỉ</a:t>
            </a:r>
            <a:r>
              <a:rPr lang="en-US" sz="1800" b="1" dirty="0"/>
              <a:t> </a:t>
            </a:r>
            <a:r>
              <a:rPr lang="en-US" sz="1800" b="1" dirty="0" err="1"/>
              <a:t>sử</a:t>
            </a:r>
            <a:r>
              <a:rPr lang="en-US" sz="1800" b="1" dirty="0"/>
              <a:t> </a:t>
            </a:r>
            <a:r>
              <a:rPr lang="en-US" sz="1800" b="1" dirty="0" err="1"/>
              <a:t>dụng</a:t>
            </a:r>
            <a:r>
              <a:rPr lang="en-US" sz="1800" b="1" dirty="0"/>
              <a:t> </a:t>
            </a:r>
            <a:r>
              <a:rPr lang="en-US" sz="1800" dirty="0" err="1"/>
              <a:t>những</a:t>
            </a:r>
            <a:r>
              <a:rPr lang="en-US" sz="1800" dirty="0"/>
              <a:t> </a:t>
            </a:r>
            <a:r>
              <a:rPr lang="en-US" sz="1800" dirty="0" err="1"/>
              <a:t>lát</a:t>
            </a:r>
            <a:r>
              <a:rPr lang="en-US" sz="1800" dirty="0"/>
              <a:t> </a:t>
            </a:r>
            <a:r>
              <a:rPr lang="en-US" sz="1800" dirty="0" err="1"/>
              <a:t>cắt</a:t>
            </a:r>
            <a:r>
              <a:rPr lang="en-US" sz="1800" dirty="0"/>
              <a:t> </a:t>
            </a:r>
            <a:r>
              <a:rPr lang="en-US" sz="1800" b="1" dirty="0" err="1"/>
              <a:t>có</a:t>
            </a:r>
            <a:r>
              <a:rPr lang="en-US" sz="1800" b="1" dirty="0"/>
              <a:t> </a:t>
            </a:r>
            <a:r>
              <a:rPr lang="en-US" sz="1800" b="1" dirty="0" err="1"/>
              <a:t>đánh</a:t>
            </a:r>
            <a:r>
              <a:rPr lang="en-US" sz="1800" b="1" dirty="0"/>
              <a:t> </a:t>
            </a:r>
            <a:r>
              <a:rPr lang="en-US" sz="1800" b="1" dirty="0" err="1"/>
              <a:t>dấu</a:t>
            </a:r>
            <a:r>
              <a:rPr lang="en-US" sz="1800" b="1" dirty="0"/>
              <a:t> </a:t>
            </a:r>
            <a:r>
              <a:rPr lang="en-US" sz="1800" b="1" dirty="0" err="1"/>
              <a:t>dương</a:t>
            </a:r>
            <a:r>
              <a:rPr lang="en-US" sz="1800" b="1" dirty="0"/>
              <a:t> </a:t>
            </a:r>
            <a:r>
              <a:rPr lang="en-US" sz="1800" b="1" dirty="0" err="1"/>
              <a:t>tính</a:t>
            </a:r>
            <a:r>
              <a:rPr lang="en-US" sz="1800" b="1" dirty="0"/>
              <a:t> </a:t>
            </a:r>
            <a:r>
              <a:rPr lang="en-US" sz="1800" dirty="0" err="1"/>
              <a:t>với</a:t>
            </a:r>
            <a:r>
              <a:rPr lang="en-US" sz="1800" b="1" dirty="0"/>
              <a:t> </a:t>
            </a:r>
            <a:r>
              <a:rPr lang="en-US" sz="1800" dirty="0"/>
              <a:t>COVID-19.</a:t>
            </a:r>
            <a:endParaRPr lang="en-VN" sz="1800" dirty="0"/>
          </a:p>
          <a:p>
            <a:endParaRPr lang="en-VN" dirty="0"/>
          </a:p>
          <a:p>
            <a:endParaRPr lang="en-VN" dirty="0"/>
          </a:p>
          <a:p>
            <a:pPr marL="285750" indent="-285750">
              <a:buFont typeface="Wingdings" pitchFamily="2" charset="2"/>
              <a:buChar char="v"/>
            </a:pPr>
            <a:endParaRPr lang="vi-VN" sz="1800" dirty="0"/>
          </a:p>
          <a:p>
            <a:pPr marL="285750" indent="-285750">
              <a:buFont typeface="Wingdings" pitchFamily="2" charset="2"/>
              <a:buChar char="v"/>
            </a:pPr>
            <a:endParaRPr lang="vi-VN" sz="1600" dirty="0"/>
          </a:p>
        </p:txBody>
      </p:sp>
      <p:sp>
        <p:nvSpPr>
          <p:cNvPr id="6" name="TextBox 5">
            <a:extLst>
              <a:ext uri="{FF2B5EF4-FFF2-40B4-BE49-F238E27FC236}">
                <a16:creationId xmlns:a16="http://schemas.microsoft.com/office/drawing/2014/main" id="{C1E1FFB2-F4D4-84AD-161D-7B3D43D4F2DA}"/>
              </a:ext>
            </a:extLst>
          </p:cNvPr>
          <p:cNvSpPr txBox="1"/>
          <p:nvPr/>
        </p:nvSpPr>
        <p:spPr>
          <a:xfrm>
            <a:off x="2628900" y="5092700"/>
            <a:ext cx="184731" cy="369332"/>
          </a:xfrm>
          <a:prstGeom prst="rect">
            <a:avLst/>
          </a:prstGeom>
          <a:noFill/>
        </p:spPr>
        <p:txBody>
          <a:bodyPr wrap="none" rtlCol="0">
            <a:spAutoFit/>
          </a:bodyPr>
          <a:lstStyle/>
          <a:p>
            <a:endParaRPr lang="en-VN" dirty="0"/>
          </a:p>
        </p:txBody>
      </p:sp>
      <p:pic>
        <p:nvPicPr>
          <p:cNvPr id="9" name="Picture 8">
            <a:extLst>
              <a:ext uri="{FF2B5EF4-FFF2-40B4-BE49-F238E27FC236}">
                <a16:creationId xmlns:a16="http://schemas.microsoft.com/office/drawing/2014/main" id="{C69046FE-84BC-0251-E2BC-94D9674065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6271" y="3683000"/>
            <a:ext cx="4219458" cy="1955800"/>
          </a:xfrm>
          <a:prstGeom prst="rect">
            <a:avLst/>
          </a:prstGeom>
        </p:spPr>
      </p:pic>
      <p:sp>
        <p:nvSpPr>
          <p:cNvPr id="7" name="Title 1">
            <a:extLst>
              <a:ext uri="{FF2B5EF4-FFF2-40B4-BE49-F238E27FC236}">
                <a16:creationId xmlns:a16="http://schemas.microsoft.com/office/drawing/2014/main" id="{CDDAC193-FB83-78DC-E61D-2133F104059C}"/>
              </a:ext>
            </a:extLst>
          </p:cNvPr>
          <p:cNvSpPr>
            <a:spLocks noGrp="1"/>
          </p:cNvSpPr>
          <p:nvPr>
            <p:ph type="title"/>
          </p:nvPr>
        </p:nvSpPr>
        <p:spPr>
          <a:xfrm>
            <a:off x="838200" y="152005"/>
            <a:ext cx="10515600" cy="1325563"/>
          </a:xfrm>
        </p:spPr>
        <p:txBody>
          <a:bodyPr/>
          <a:lstStyle/>
          <a:p>
            <a:r>
              <a:rPr lang="en-VN" dirty="0"/>
              <a:t>3. Phương pháp thực nghiệm</a:t>
            </a:r>
          </a:p>
        </p:txBody>
      </p:sp>
    </p:spTree>
    <p:extLst>
      <p:ext uri="{BB962C8B-B14F-4D97-AF65-F5344CB8AC3E}">
        <p14:creationId xmlns:p14="http://schemas.microsoft.com/office/powerpoint/2010/main" val="937357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B1CCB-6AC7-F679-E6B5-CDB69C3E5C2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71AB70-7D25-7532-CCC7-AAB9CB5D6C22}"/>
              </a:ext>
            </a:extLst>
          </p:cNvPr>
          <p:cNvSpPr>
            <a:spLocks noGrp="1"/>
          </p:cNvSpPr>
          <p:nvPr>
            <p:ph idx="1"/>
          </p:nvPr>
        </p:nvSpPr>
        <p:spPr/>
        <p:txBody>
          <a:bodyPr>
            <a:normAutofit/>
          </a:bodyPr>
          <a:lstStyle/>
          <a:p>
            <a:r>
              <a:rPr lang="en-VN" dirty="0"/>
              <a:t>3.2 Tiền xử lý dữ liệu </a:t>
            </a:r>
          </a:p>
          <a:p>
            <a:pPr marL="342900" indent="-342900">
              <a:lnSpc>
                <a:spcPct val="150000"/>
              </a:lnSpc>
              <a:buFont typeface="Arial" panose="020B0604020202020204" pitchFamily="34" charset="0"/>
              <a:buChar char="•"/>
            </a:pPr>
            <a:r>
              <a:rPr lang="en-US" sz="2000" dirty="0" err="1"/>
              <a:t>Chuyển</a:t>
            </a:r>
            <a:r>
              <a:rPr lang="en-US" sz="2000" dirty="0"/>
              <a:t> </a:t>
            </a:r>
            <a:r>
              <a:rPr lang="en-US" sz="2000" dirty="0" err="1"/>
              <a:t>đổi</a:t>
            </a:r>
            <a:r>
              <a:rPr lang="en-US" sz="2000" dirty="0"/>
              <a:t> sang </a:t>
            </a:r>
            <a:r>
              <a:rPr lang="en-US" sz="2000" dirty="0" err="1"/>
              <a:t>định</a:t>
            </a:r>
            <a:r>
              <a:rPr lang="en-US" sz="2000" dirty="0"/>
              <a:t> </a:t>
            </a:r>
            <a:r>
              <a:rPr lang="en-US" sz="2000" dirty="0" err="1"/>
              <a:t>dạng</a:t>
            </a:r>
            <a:r>
              <a:rPr lang="en-US" sz="2000" dirty="0"/>
              <a:t> PNG.</a:t>
            </a:r>
          </a:p>
          <a:p>
            <a:pPr marL="342900" indent="-342900">
              <a:lnSpc>
                <a:spcPct val="150000"/>
              </a:lnSpc>
              <a:buFont typeface="Arial" panose="020B0604020202020204" pitchFamily="34" charset="0"/>
              <a:buChar char="•"/>
            </a:pPr>
            <a:r>
              <a:rPr lang="en-US" sz="2000" dirty="0" err="1"/>
              <a:t>Thay</a:t>
            </a:r>
            <a:r>
              <a:rPr lang="en-US" sz="2000" dirty="0"/>
              <a:t> </a:t>
            </a:r>
            <a:r>
              <a:rPr lang="en-US" sz="2000" dirty="0" err="1"/>
              <a:t>đổi</a:t>
            </a:r>
            <a:r>
              <a:rPr lang="en-US" sz="2000" dirty="0"/>
              <a:t> </a:t>
            </a:r>
            <a:r>
              <a:rPr lang="en-US" sz="2000" dirty="0" err="1"/>
              <a:t>độ</a:t>
            </a:r>
            <a:r>
              <a:rPr lang="en-US" sz="2000" dirty="0"/>
              <a:t> </a:t>
            </a:r>
            <a:r>
              <a:rPr lang="en-US" sz="2000" dirty="0" err="1"/>
              <a:t>phân</a:t>
            </a:r>
            <a:r>
              <a:rPr lang="en-US" sz="2000" dirty="0"/>
              <a:t> </a:t>
            </a:r>
            <a:r>
              <a:rPr lang="en-US" sz="2000" dirty="0" err="1"/>
              <a:t>giải</a:t>
            </a:r>
            <a:r>
              <a:rPr lang="en-US" sz="2000" dirty="0"/>
              <a:t> </a:t>
            </a:r>
            <a:r>
              <a:rPr lang="en-US" sz="2000" dirty="0" err="1"/>
              <a:t>về</a:t>
            </a:r>
            <a:r>
              <a:rPr lang="en-US" sz="2000" dirty="0"/>
              <a:t> 512x512.</a:t>
            </a:r>
          </a:p>
          <a:p>
            <a:pPr marL="342900" indent="-342900">
              <a:lnSpc>
                <a:spcPct val="150000"/>
              </a:lnSpc>
              <a:buFont typeface="Arial" panose="020B0604020202020204" pitchFamily="34" charset="0"/>
              <a:buChar char="•"/>
            </a:pPr>
            <a:r>
              <a:rPr lang="en-US" sz="2000" dirty="0" err="1"/>
              <a:t>Kết</a:t>
            </a:r>
            <a:r>
              <a:rPr lang="en-US" sz="2000" dirty="0"/>
              <a:t> </a:t>
            </a:r>
            <a:r>
              <a:rPr lang="en-US" sz="2000" dirty="0" err="1"/>
              <a:t>hợp</a:t>
            </a:r>
            <a:r>
              <a:rPr lang="en-US" sz="2000" dirty="0"/>
              <a:t> </a:t>
            </a:r>
            <a:r>
              <a:rPr lang="en-US" sz="2000" dirty="0" err="1"/>
              <a:t>các</a:t>
            </a:r>
            <a:r>
              <a:rPr lang="en-US" sz="2000" dirty="0"/>
              <a:t> </a:t>
            </a:r>
            <a:r>
              <a:rPr lang="en-US" sz="2000" dirty="0" err="1"/>
              <a:t>nhãn</a:t>
            </a:r>
            <a:r>
              <a:rPr lang="en-US" sz="2000" dirty="0"/>
              <a:t> </a:t>
            </a:r>
            <a:r>
              <a:rPr lang="en-US" sz="2000" dirty="0" err="1"/>
              <a:t>thành</a:t>
            </a:r>
            <a:r>
              <a:rPr lang="en-US" sz="2000" dirty="0"/>
              <a:t> </a:t>
            </a:r>
            <a:r>
              <a:rPr lang="en-US" sz="2000" dirty="0" err="1"/>
              <a:t>một</a:t>
            </a:r>
            <a:r>
              <a:rPr lang="en-US" sz="2000" dirty="0"/>
              <a:t> </a:t>
            </a:r>
            <a:r>
              <a:rPr lang="en-US" sz="2000" dirty="0" err="1"/>
              <a:t>nhãn</a:t>
            </a:r>
            <a:r>
              <a:rPr lang="en-US" sz="2000" dirty="0"/>
              <a:t> 512x512x3.</a:t>
            </a:r>
          </a:p>
          <a:p>
            <a:pPr marL="342900" indent="-342900">
              <a:lnSpc>
                <a:spcPct val="150000"/>
              </a:lnSpc>
              <a:buFont typeface="Arial" panose="020B0604020202020204" pitchFamily="34" charset="0"/>
              <a:buChar char="•"/>
            </a:pPr>
            <a:r>
              <a:rPr lang="en-US" sz="2000" dirty="0" err="1"/>
              <a:t>Chuẩn</a:t>
            </a:r>
            <a:r>
              <a:rPr lang="en-US" sz="2000" dirty="0"/>
              <a:t> </a:t>
            </a:r>
            <a:r>
              <a:rPr lang="en-US" sz="2000" dirty="0" err="1"/>
              <a:t>hoá</a:t>
            </a:r>
            <a:r>
              <a:rPr lang="en-US" sz="2000" dirty="0"/>
              <a:t> </a:t>
            </a:r>
            <a:r>
              <a:rPr lang="en-US" sz="2000" dirty="0" err="1"/>
              <a:t>nhãn</a:t>
            </a:r>
            <a:r>
              <a:rPr lang="en-US" sz="2000" dirty="0"/>
              <a:t> </a:t>
            </a:r>
            <a:r>
              <a:rPr lang="en-US" sz="2000" dirty="0" err="1"/>
              <a:t>phân</a:t>
            </a:r>
            <a:r>
              <a:rPr lang="en-US" sz="2000" dirty="0"/>
              <a:t> </a:t>
            </a:r>
            <a:r>
              <a:rPr lang="en-US" sz="2000" dirty="0" err="1"/>
              <a:t>đoạn</a:t>
            </a:r>
            <a:r>
              <a:rPr lang="en-US" sz="2000" dirty="0"/>
              <a:t> </a:t>
            </a:r>
            <a:r>
              <a:rPr lang="en-US" sz="2000" dirty="0" err="1"/>
              <a:t>về</a:t>
            </a:r>
            <a:r>
              <a:rPr lang="en-US" sz="2000" dirty="0"/>
              <a:t> </a:t>
            </a:r>
            <a:r>
              <a:rPr lang="en-US" sz="2000" dirty="0" err="1"/>
              <a:t>phạm</a:t>
            </a:r>
            <a:r>
              <a:rPr lang="en-US" sz="2000" dirty="0"/>
              <a:t> vi </a:t>
            </a:r>
            <a:r>
              <a:rPr lang="en-US" sz="2000" dirty="0" err="1"/>
              <a:t>từ</a:t>
            </a:r>
            <a:r>
              <a:rPr lang="en-US" sz="2000" dirty="0"/>
              <a:t> 0 </a:t>
            </a:r>
            <a:r>
              <a:rPr lang="en-US" sz="2000" dirty="0" err="1"/>
              <a:t>đến</a:t>
            </a:r>
            <a:r>
              <a:rPr lang="en-US" sz="2000" dirty="0"/>
              <a:t> 1.</a:t>
            </a:r>
            <a:endParaRPr lang="en-VN" sz="2000" dirty="0"/>
          </a:p>
          <a:p>
            <a:endParaRPr lang="en-VN" dirty="0"/>
          </a:p>
          <a:p>
            <a:endParaRPr lang="en-VN" dirty="0"/>
          </a:p>
          <a:p>
            <a:pPr marL="285750" indent="-285750">
              <a:buFont typeface="Wingdings" pitchFamily="2" charset="2"/>
              <a:buChar char="v"/>
            </a:pPr>
            <a:endParaRPr lang="vi-VN" sz="1800" dirty="0"/>
          </a:p>
          <a:p>
            <a:pPr marL="285750" indent="-285750">
              <a:buFont typeface="Wingdings" pitchFamily="2" charset="2"/>
              <a:buChar char="v"/>
            </a:pPr>
            <a:endParaRPr lang="vi-VN" sz="1600" dirty="0"/>
          </a:p>
        </p:txBody>
      </p:sp>
      <p:sp>
        <p:nvSpPr>
          <p:cNvPr id="6" name="TextBox 5">
            <a:extLst>
              <a:ext uri="{FF2B5EF4-FFF2-40B4-BE49-F238E27FC236}">
                <a16:creationId xmlns:a16="http://schemas.microsoft.com/office/drawing/2014/main" id="{8633C27D-DCAC-8691-B1E0-E876D9702D88}"/>
              </a:ext>
            </a:extLst>
          </p:cNvPr>
          <p:cNvSpPr txBox="1"/>
          <p:nvPr/>
        </p:nvSpPr>
        <p:spPr>
          <a:xfrm>
            <a:off x="2628900" y="5092700"/>
            <a:ext cx="184731" cy="369332"/>
          </a:xfrm>
          <a:prstGeom prst="rect">
            <a:avLst/>
          </a:prstGeom>
          <a:noFill/>
        </p:spPr>
        <p:txBody>
          <a:bodyPr wrap="none" rtlCol="0">
            <a:spAutoFit/>
          </a:bodyPr>
          <a:lstStyle/>
          <a:p>
            <a:endParaRPr lang="en-VN" dirty="0"/>
          </a:p>
        </p:txBody>
      </p:sp>
      <p:sp>
        <p:nvSpPr>
          <p:cNvPr id="5" name="Title 1">
            <a:extLst>
              <a:ext uri="{FF2B5EF4-FFF2-40B4-BE49-F238E27FC236}">
                <a16:creationId xmlns:a16="http://schemas.microsoft.com/office/drawing/2014/main" id="{30C36FA1-31E7-A0C7-D9A8-F66136323FA1}"/>
              </a:ext>
            </a:extLst>
          </p:cNvPr>
          <p:cNvSpPr txBox="1">
            <a:spLocks/>
          </p:cNvSpPr>
          <p:nvPr/>
        </p:nvSpPr>
        <p:spPr>
          <a:xfrm>
            <a:off x="838199" y="15930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3600" b="1" i="0" kern="1200" baseline="0" dirty="0" smtClean="0">
                <a:solidFill>
                  <a:srgbClr val="0070C0"/>
                </a:solidFill>
                <a:latin typeface="K2D" panose="00000500000000000000" pitchFamily="2" charset="-34"/>
                <a:ea typeface="+mj-ea"/>
                <a:cs typeface="+mj-cs"/>
              </a:defRPr>
            </a:lvl1pPr>
          </a:lstStyle>
          <a:p>
            <a:r>
              <a:rPr lang="en-VN" dirty="0"/>
              <a:t>3. Phương pháp thực nghiệm</a:t>
            </a:r>
          </a:p>
        </p:txBody>
      </p:sp>
      <p:pic>
        <p:nvPicPr>
          <p:cNvPr id="10" name="Picture 9">
            <a:extLst>
              <a:ext uri="{FF2B5EF4-FFF2-40B4-BE49-F238E27FC236}">
                <a16:creationId xmlns:a16="http://schemas.microsoft.com/office/drawing/2014/main" id="{24495918-5E79-B343-D305-BC8FBBF693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5200" y="681037"/>
            <a:ext cx="4876800" cy="5732462"/>
          </a:xfrm>
          <a:prstGeom prst="rect">
            <a:avLst/>
          </a:prstGeom>
        </p:spPr>
      </p:pic>
    </p:spTree>
    <p:extLst>
      <p:ext uri="{BB962C8B-B14F-4D97-AF65-F5344CB8AC3E}">
        <p14:creationId xmlns:p14="http://schemas.microsoft.com/office/powerpoint/2010/main" val="2346975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024AC-42A3-4803-DF46-5EFB59FD3C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BFE638-C2A7-E5A6-4651-736398760818}"/>
              </a:ext>
            </a:extLst>
          </p:cNvPr>
          <p:cNvSpPr>
            <a:spLocks noGrp="1"/>
          </p:cNvSpPr>
          <p:nvPr>
            <p:ph idx="1"/>
          </p:nvPr>
        </p:nvSpPr>
        <p:spPr/>
        <p:txBody>
          <a:bodyPr>
            <a:normAutofit/>
          </a:bodyPr>
          <a:lstStyle/>
          <a:p>
            <a:r>
              <a:rPr lang="en-VN" dirty="0"/>
              <a:t>3.3 Các phương pháp tăng cường dữ liệu</a:t>
            </a:r>
          </a:p>
          <a:p>
            <a:pPr marL="342900" indent="-342900">
              <a:lnSpc>
                <a:spcPct val="200000"/>
              </a:lnSpc>
              <a:buFont typeface="Wingdings" pitchFamily="2" charset="2"/>
              <a:buChar char="v"/>
            </a:pPr>
            <a:r>
              <a:rPr lang="en-VN" sz="1800" dirty="0"/>
              <a:t>Các phương pháp được áp dụng như sau:</a:t>
            </a:r>
          </a:p>
          <a:p>
            <a:pPr marL="800100" lvl="1" indent="-342900">
              <a:buFont typeface="Arial" panose="020B0604020202020204" pitchFamily="34" charset="0"/>
              <a:buChar char="•"/>
            </a:pPr>
            <a:r>
              <a:rPr lang="en-VN" sz="1800" dirty="0"/>
              <a:t>Lật ngang ảnh ngẫu nhiên.</a:t>
            </a:r>
          </a:p>
          <a:p>
            <a:pPr marL="800100" lvl="1" indent="-342900">
              <a:lnSpc>
                <a:spcPct val="150000"/>
              </a:lnSpc>
              <a:buFont typeface="Arial" panose="020B0604020202020204" pitchFamily="34" charset="0"/>
              <a:buChar char="•"/>
            </a:pPr>
            <a:r>
              <a:rPr lang="en-VN" sz="1800" dirty="0"/>
              <a:t>Cắt: </a:t>
            </a:r>
            <a:r>
              <a:rPr lang="vi-VN" sz="1800" dirty="0"/>
              <a:t>Ngẫu nhiên cắt các hình chữ nhật và lấy đầy bằng giá trị ”0” với chiều dài, rộng bằng 0% kích thước dưới, 10% kích thước trên so với ảnh.</a:t>
            </a:r>
          </a:p>
          <a:p>
            <a:pPr marL="800100" lvl="1" indent="-342900">
              <a:lnSpc>
                <a:spcPct val="150000"/>
              </a:lnSpc>
              <a:buFont typeface="Arial" panose="020B0604020202020204" pitchFamily="34" charset="0"/>
              <a:buChar char="•"/>
            </a:pPr>
            <a:r>
              <a:rPr lang="en-VN" sz="1800" dirty="0"/>
              <a:t>Độ sáng: Thay đổi ngẫu nhiên độ sáng với hệ số 20%.</a:t>
            </a:r>
          </a:p>
          <a:p>
            <a:pPr marL="800100" lvl="1" indent="-342900">
              <a:lnSpc>
                <a:spcPct val="150000"/>
              </a:lnSpc>
              <a:buFont typeface="Arial" panose="020B0604020202020204" pitchFamily="34" charset="0"/>
              <a:buChar char="•"/>
            </a:pPr>
            <a:r>
              <a:rPr lang="en-VN" sz="1800" dirty="0"/>
              <a:t>Tương phản: Thay đổi ngẫu nhiên độ tương phản với hệ số 20%.</a:t>
            </a:r>
          </a:p>
          <a:p>
            <a:pPr marL="342900" indent="-342900">
              <a:buFont typeface="Arial" panose="020B0604020202020204" pitchFamily="34" charset="0"/>
              <a:buChar char="•"/>
            </a:pPr>
            <a:endParaRPr lang="en-VN" dirty="0"/>
          </a:p>
          <a:p>
            <a:endParaRPr lang="en-VN" dirty="0"/>
          </a:p>
          <a:p>
            <a:pPr marL="285750" indent="-285750">
              <a:buFont typeface="Wingdings" pitchFamily="2" charset="2"/>
              <a:buChar char="v"/>
            </a:pPr>
            <a:endParaRPr lang="vi-VN" sz="1800" dirty="0"/>
          </a:p>
          <a:p>
            <a:pPr marL="285750" indent="-285750">
              <a:buFont typeface="Wingdings" pitchFamily="2" charset="2"/>
              <a:buChar char="v"/>
            </a:pPr>
            <a:endParaRPr lang="vi-VN" sz="1600" dirty="0"/>
          </a:p>
        </p:txBody>
      </p:sp>
      <p:sp>
        <p:nvSpPr>
          <p:cNvPr id="6" name="TextBox 5">
            <a:extLst>
              <a:ext uri="{FF2B5EF4-FFF2-40B4-BE49-F238E27FC236}">
                <a16:creationId xmlns:a16="http://schemas.microsoft.com/office/drawing/2014/main" id="{67A157AD-9179-774D-E5D7-BE263F88BC98}"/>
              </a:ext>
            </a:extLst>
          </p:cNvPr>
          <p:cNvSpPr txBox="1"/>
          <p:nvPr/>
        </p:nvSpPr>
        <p:spPr>
          <a:xfrm>
            <a:off x="2628900" y="5092700"/>
            <a:ext cx="184731" cy="369332"/>
          </a:xfrm>
          <a:prstGeom prst="rect">
            <a:avLst/>
          </a:prstGeom>
          <a:noFill/>
        </p:spPr>
        <p:txBody>
          <a:bodyPr wrap="none" rtlCol="0">
            <a:spAutoFit/>
          </a:bodyPr>
          <a:lstStyle/>
          <a:p>
            <a:endParaRPr lang="en-VN" dirty="0"/>
          </a:p>
        </p:txBody>
      </p:sp>
      <p:sp>
        <p:nvSpPr>
          <p:cNvPr id="7" name="Title 1">
            <a:extLst>
              <a:ext uri="{FF2B5EF4-FFF2-40B4-BE49-F238E27FC236}">
                <a16:creationId xmlns:a16="http://schemas.microsoft.com/office/drawing/2014/main" id="{BD2A0787-6457-1B23-4EC4-AFE34241FF09}"/>
              </a:ext>
            </a:extLst>
          </p:cNvPr>
          <p:cNvSpPr>
            <a:spLocks noGrp="1"/>
          </p:cNvSpPr>
          <p:nvPr>
            <p:ph type="title"/>
          </p:nvPr>
        </p:nvSpPr>
        <p:spPr>
          <a:xfrm>
            <a:off x="838199" y="159305"/>
            <a:ext cx="10515600" cy="1325563"/>
          </a:xfrm>
        </p:spPr>
        <p:txBody>
          <a:bodyPr/>
          <a:lstStyle/>
          <a:p>
            <a:r>
              <a:rPr lang="en-VN" dirty="0"/>
              <a:t>3. Phương pháp thực nghiệm</a:t>
            </a:r>
          </a:p>
        </p:txBody>
      </p:sp>
    </p:spTree>
    <p:extLst>
      <p:ext uri="{BB962C8B-B14F-4D97-AF65-F5344CB8AC3E}">
        <p14:creationId xmlns:p14="http://schemas.microsoft.com/office/powerpoint/2010/main" val="3082154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AE857-813D-B266-BDEA-86362A09F37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B531C2-F63A-45A9-3509-54A2E08B6204}"/>
              </a:ext>
            </a:extLst>
          </p:cNvPr>
          <p:cNvSpPr>
            <a:spLocks noGrp="1"/>
          </p:cNvSpPr>
          <p:nvPr>
            <p:ph idx="1"/>
          </p:nvPr>
        </p:nvSpPr>
        <p:spPr/>
        <p:txBody>
          <a:bodyPr>
            <a:normAutofit/>
          </a:bodyPr>
          <a:lstStyle/>
          <a:p>
            <a:r>
              <a:rPr lang="en-VN" dirty="0"/>
              <a:t>3.3 Các phương pháp tăng cường dữ liệu </a:t>
            </a:r>
          </a:p>
          <a:p>
            <a:pPr marL="342900" indent="-342900">
              <a:buFont typeface="Arial" panose="020B0604020202020204" pitchFamily="34" charset="0"/>
              <a:buChar char="•"/>
            </a:pPr>
            <a:endParaRPr lang="en-VN" dirty="0"/>
          </a:p>
          <a:p>
            <a:endParaRPr lang="en-VN" dirty="0"/>
          </a:p>
          <a:p>
            <a:pPr marL="285750" indent="-285750">
              <a:buFont typeface="Wingdings" pitchFamily="2" charset="2"/>
              <a:buChar char="v"/>
            </a:pPr>
            <a:endParaRPr lang="vi-VN" sz="1800" dirty="0"/>
          </a:p>
          <a:p>
            <a:pPr marL="285750" indent="-285750">
              <a:buFont typeface="Wingdings" pitchFamily="2" charset="2"/>
              <a:buChar char="v"/>
            </a:pPr>
            <a:endParaRPr lang="vi-VN" sz="1600" dirty="0"/>
          </a:p>
        </p:txBody>
      </p:sp>
      <p:sp>
        <p:nvSpPr>
          <p:cNvPr id="6" name="TextBox 5">
            <a:extLst>
              <a:ext uri="{FF2B5EF4-FFF2-40B4-BE49-F238E27FC236}">
                <a16:creationId xmlns:a16="http://schemas.microsoft.com/office/drawing/2014/main" id="{40C928CD-8C78-CBE9-7F98-BC3F97FC5010}"/>
              </a:ext>
            </a:extLst>
          </p:cNvPr>
          <p:cNvSpPr txBox="1"/>
          <p:nvPr/>
        </p:nvSpPr>
        <p:spPr>
          <a:xfrm>
            <a:off x="2628900" y="5092700"/>
            <a:ext cx="184731" cy="369332"/>
          </a:xfrm>
          <a:prstGeom prst="rect">
            <a:avLst/>
          </a:prstGeom>
          <a:noFill/>
        </p:spPr>
        <p:txBody>
          <a:bodyPr wrap="none" rtlCol="0">
            <a:spAutoFit/>
          </a:bodyPr>
          <a:lstStyle/>
          <a:p>
            <a:endParaRPr lang="en-VN" dirty="0"/>
          </a:p>
        </p:txBody>
      </p:sp>
      <p:sp>
        <p:nvSpPr>
          <p:cNvPr id="7" name="Title 1">
            <a:extLst>
              <a:ext uri="{FF2B5EF4-FFF2-40B4-BE49-F238E27FC236}">
                <a16:creationId xmlns:a16="http://schemas.microsoft.com/office/drawing/2014/main" id="{189E4C31-3682-4658-E25D-D7B0EB360466}"/>
              </a:ext>
            </a:extLst>
          </p:cNvPr>
          <p:cNvSpPr>
            <a:spLocks noGrp="1"/>
          </p:cNvSpPr>
          <p:nvPr>
            <p:ph type="title"/>
          </p:nvPr>
        </p:nvSpPr>
        <p:spPr>
          <a:xfrm>
            <a:off x="838199" y="159305"/>
            <a:ext cx="10515600" cy="1325563"/>
          </a:xfrm>
        </p:spPr>
        <p:txBody>
          <a:bodyPr/>
          <a:lstStyle/>
          <a:p>
            <a:r>
              <a:rPr lang="en-VN" dirty="0"/>
              <a:t>3. Phương pháp thực nghiệm</a:t>
            </a:r>
          </a:p>
        </p:txBody>
      </p:sp>
      <p:pic>
        <p:nvPicPr>
          <p:cNvPr id="11" name="Picture 10">
            <a:extLst>
              <a:ext uri="{FF2B5EF4-FFF2-40B4-BE49-F238E27FC236}">
                <a16:creationId xmlns:a16="http://schemas.microsoft.com/office/drawing/2014/main" id="{33FE3131-9BDB-943B-7951-6AB3565868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3983" y="4327222"/>
            <a:ext cx="2882801" cy="1892300"/>
          </a:xfrm>
          <a:prstGeom prst="rect">
            <a:avLst/>
          </a:prstGeom>
        </p:spPr>
      </p:pic>
      <p:pic>
        <p:nvPicPr>
          <p:cNvPr id="4" name="Picture 3">
            <a:extLst>
              <a:ext uri="{FF2B5EF4-FFF2-40B4-BE49-F238E27FC236}">
                <a16:creationId xmlns:a16="http://schemas.microsoft.com/office/drawing/2014/main" id="{20E24641-0299-B399-DFFF-AADE1756006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7163" y="3188830"/>
            <a:ext cx="2800856" cy="1835319"/>
          </a:xfrm>
          <a:prstGeom prst="rect">
            <a:avLst/>
          </a:prstGeom>
        </p:spPr>
      </p:pic>
      <p:pic>
        <p:nvPicPr>
          <p:cNvPr id="8" name="Picture 7">
            <a:extLst>
              <a:ext uri="{FF2B5EF4-FFF2-40B4-BE49-F238E27FC236}">
                <a16:creationId xmlns:a16="http://schemas.microsoft.com/office/drawing/2014/main" id="{DC1B4038-F193-17CB-DD68-21FA092D532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04180" y="4340001"/>
            <a:ext cx="2792531" cy="1835318"/>
          </a:xfrm>
          <a:prstGeom prst="rect">
            <a:avLst/>
          </a:prstGeom>
        </p:spPr>
      </p:pic>
      <p:pic>
        <p:nvPicPr>
          <p:cNvPr id="12" name="Picture 11">
            <a:extLst>
              <a:ext uri="{FF2B5EF4-FFF2-40B4-BE49-F238E27FC236}">
                <a16:creationId xmlns:a16="http://schemas.microsoft.com/office/drawing/2014/main" id="{558474B6-4EB2-072E-1EFF-B9B257C3235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04179" y="2396593"/>
            <a:ext cx="2792531" cy="1837820"/>
          </a:xfrm>
          <a:prstGeom prst="rect">
            <a:avLst/>
          </a:prstGeom>
        </p:spPr>
      </p:pic>
      <p:pic>
        <p:nvPicPr>
          <p:cNvPr id="14" name="Picture 13">
            <a:extLst>
              <a:ext uri="{FF2B5EF4-FFF2-40B4-BE49-F238E27FC236}">
                <a16:creationId xmlns:a16="http://schemas.microsoft.com/office/drawing/2014/main" id="{11C7BA39-AEC7-5FB7-1C41-90419486C9E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250365" y="2388502"/>
            <a:ext cx="2796675" cy="1835318"/>
          </a:xfrm>
          <a:prstGeom prst="rect">
            <a:avLst/>
          </a:prstGeom>
        </p:spPr>
      </p:pic>
    </p:spTree>
    <p:extLst>
      <p:ext uri="{BB962C8B-B14F-4D97-AF65-F5344CB8AC3E}">
        <p14:creationId xmlns:p14="http://schemas.microsoft.com/office/powerpoint/2010/main" val="3237543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DC5A6-1DF3-827E-2912-89AA5FEDC4F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DFAEF8-0F7C-C211-FDD6-C05D91CE8533}"/>
              </a:ext>
            </a:extLst>
          </p:cNvPr>
          <p:cNvSpPr>
            <a:spLocks noGrp="1"/>
          </p:cNvSpPr>
          <p:nvPr>
            <p:ph idx="1"/>
          </p:nvPr>
        </p:nvSpPr>
        <p:spPr/>
        <p:txBody>
          <a:bodyPr>
            <a:normAutofit/>
          </a:bodyPr>
          <a:lstStyle/>
          <a:p>
            <a:r>
              <a:rPr lang="en-VN" dirty="0"/>
              <a:t>3.3 Các phương pháp tăng cường dữ liệu</a:t>
            </a:r>
          </a:p>
          <a:p>
            <a:pPr>
              <a:lnSpc>
                <a:spcPct val="150000"/>
              </a:lnSpc>
            </a:pPr>
            <a:r>
              <a:rPr lang="en-VN" dirty="0"/>
              <a:t>	</a:t>
            </a:r>
          </a:p>
          <a:p>
            <a:pPr marL="285750" indent="-285750">
              <a:buFont typeface="Wingdings" pitchFamily="2" charset="2"/>
              <a:buChar char="v"/>
            </a:pPr>
            <a:endParaRPr lang="vi-VN" sz="1800" dirty="0"/>
          </a:p>
          <a:p>
            <a:pPr marL="285750" indent="-285750">
              <a:buFont typeface="Wingdings" pitchFamily="2" charset="2"/>
              <a:buChar char="v"/>
            </a:pPr>
            <a:endParaRPr lang="vi-VN" sz="1600" dirty="0"/>
          </a:p>
        </p:txBody>
      </p:sp>
      <p:sp>
        <p:nvSpPr>
          <p:cNvPr id="6" name="TextBox 5">
            <a:extLst>
              <a:ext uri="{FF2B5EF4-FFF2-40B4-BE49-F238E27FC236}">
                <a16:creationId xmlns:a16="http://schemas.microsoft.com/office/drawing/2014/main" id="{D3BEC72F-DD86-A973-3680-E46BC5546DA9}"/>
              </a:ext>
            </a:extLst>
          </p:cNvPr>
          <p:cNvSpPr txBox="1"/>
          <p:nvPr/>
        </p:nvSpPr>
        <p:spPr>
          <a:xfrm>
            <a:off x="2628900" y="5092700"/>
            <a:ext cx="184731" cy="369332"/>
          </a:xfrm>
          <a:prstGeom prst="rect">
            <a:avLst/>
          </a:prstGeom>
          <a:noFill/>
        </p:spPr>
        <p:txBody>
          <a:bodyPr wrap="none" rtlCol="0">
            <a:spAutoFit/>
          </a:bodyPr>
          <a:lstStyle/>
          <a:p>
            <a:endParaRPr lang="en-VN" dirty="0"/>
          </a:p>
        </p:txBody>
      </p:sp>
      <p:sp>
        <p:nvSpPr>
          <p:cNvPr id="7" name="Title 1">
            <a:extLst>
              <a:ext uri="{FF2B5EF4-FFF2-40B4-BE49-F238E27FC236}">
                <a16:creationId xmlns:a16="http://schemas.microsoft.com/office/drawing/2014/main" id="{E68F2C43-AB09-3D0E-7492-19D609207AE8}"/>
              </a:ext>
            </a:extLst>
          </p:cNvPr>
          <p:cNvSpPr>
            <a:spLocks noGrp="1"/>
          </p:cNvSpPr>
          <p:nvPr>
            <p:ph type="title"/>
          </p:nvPr>
        </p:nvSpPr>
        <p:spPr>
          <a:xfrm>
            <a:off x="838199" y="159305"/>
            <a:ext cx="10515600" cy="1325563"/>
          </a:xfrm>
        </p:spPr>
        <p:txBody>
          <a:bodyPr/>
          <a:lstStyle/>
          <a:p>
            <a:r>
              <a:rPr lang="en-VN" dirty="0"/>
              <a:t>3. Phương pháp thực nghiệm</a:t>
            </a:r>
          </a:p>
        </p:txBody>
      </p:sp>
      <p:pic>
        <p:nvPicPr>
          <p:cNvPr id="4" name="Picture 3">
            <a:extLst>
              <a:ext uri="{FF2B5EF4-FFF2-40B4-BE49-F238E27FC236}">
                <a16:creationId xmlns:a16="http://schemas.microsoft.com/office/drawing/2014/main" id="{BBA56A86-93DB-85C2-152F-60B2D02995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8490" y="3349989"/>
            <a:ext cx="5595019" cy="1742711"/>
          </a:xfrm>
          <a:prstGeom prst="rect">
            <a:avLst/>
          </a:prstGeom>
        </p:spPr>
      </p:pic>
    </p:spTree>
    <p:extLst>
      <p:ext uri="{BB962C8B-B14F-4D97-AF65-F5344CB8AC3E}">
        <p14:creationId xmlns:p14="http://schemas.microsoft.com/office/powerpoint/2010/main" val="2658696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FCA67-8478-BA0D-1F1D-49D62FA7EFC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A6E97A-E776-6AC6-93D9-202E614E99B6}"/>
              </a:ext>
            </a:extLst>
          </p:cNvPr>
          <p:cNvSpPr>
            <a:spLocks noGrp="1"/>
          </p:cNvSpPr>
          <p:nvPr>
            <p:ph idx="1"/>
          </p:nvPr>
        </p:nvSpPr>
        <p:spPr/>
        <p:txBody>
          <a:bodyPr>
            <a:normAutofit/>
          </a:bodyPr>
          <a:lstStyle/>
          <a:p>
            <a:r>
              <a:rPr lang="en-VN" dirty="0"/>
              <a:t>3.4 Kiến trúc mô hình và cải tiến</a:t>
            </a:r>
          </a:p>
          <a:p>
            <a:endParaRPr lang="en-VN" dirty="0"/>
          </a:p>
          <a:p>
            <a:pPr lvl="1">
              <a:lnSpc>
                <a:spcPct val="150000"/>
              </a:lnSpc>
            </a:pPr>
            <a:r>
              <a:rPr lang="en-VN" dirty="0"/>
              <a:t>Các cấu hình xây dựng:</a:t>
            </a:r>
          </a:p>
          <a:p>
            <a:pPr marL="800100" lvl="1" indent="-342900">
              <a:lnSpc>
                <a:spcPct val="150000"/>
              </a:lnSpc>
              <a:buFont typeface="Wingdings" pitchFamily="2" charset="2"/>
              <a:buChar char="v"/>
            </a:pPr>
            <a:r>
              <a:rPr lang="en-VN" dirty="0"/>
              <a:t>UNet3+ nguyên bản</a:t>
            </a:r>
          </a:p>
          <a:p>
            <a:pPr marL="800100" lvl="1" indent="-342900">
              <a:lnSpc>
                <a:spcPct val="150000"/>
              </a:lnSpc>
              <a:buFont typeface="Wingdings" pitchFamily="2" charset="2"/>
              <a:buChar char="v"/>
            </a:pPr>
            <a:r>
              <a:rPr lang="en-VN" dirty="0"/>
              <a:t>UNet3+ kết hợp ResNet50</a:t>
            </a:r>
          </a:p>
          <a:p>
            <a:pPr marL="800100" lvl="1" indent="-342900">
              <a:lnSpc>
                <a:spcPct val="150000"/>
              </a:lnSpc>
              <a:buFont typeface="Wingdings" pitchFamily="2" charset="2"/>
              <a:buChar char="v"/>
            </a:pPr>
            <a:r>
              <a:rPr lang="en-VN" dirty="0"/>
              <a:t>UNet3+ kết hợp SE-ResNeXt50</a:t>
            </a:r>
          </a:p>
          <a:p>
            <a:endParaRPr lang="en-VN" dirty="0"/>
          </a:p>
          <a:p>
            <a:pPr marL="285750" indent="-285750">
              <a:buFont typeface="Wingdings" pitchFamily="2" charset="2"/>
              <a:buChar char="v"/>
            </a:pPr>
            <a:endParaRPr lang="vi-VN" sz="1800" dirty="0"/>
          </a:p>
          <a:p>
            <a:pPr marL="285750" indent="-285750">
              <a:buFont typeface="Wingdings" pitchFamily="2" charset="2"/>
              <a:buChar char="v"/>
            </a:pPr>
            <a:endParaRPr lang="vi-VN" sz="1600" dirty="0"/>
          </a:p>
        </p:txBody>
      </p:sp>
      <p:sp>
        <p:nvSpPr>
          <p:cNvPr id="6" name="TextBox 5">
            <a:extLst>
              <a:ext uri="{FF2B5EF4-FFF2-40B4-BE49-F238E27FC236}">
                <a16:creationId xmlns:a16="http://schemas.microsoft.com/office/drawing/2014/main" id="{351CE7F7-FA4A-685B-250B-3794D62AA563}"/>
              </a:ext>
            </a:extLst>
          </p:cNvPr>
          <p:cNvSpPr txBox="1"/>
          <p:nvPr/>
        </p:nvSpPr>
        <p:spPr>
          <a:xfrm>
            <a:off x="2628900" y="5092700"/>
            <a:ext cx="184731" cy="369332"/>
          </a:xfrm>
          <a:prstGeom prst="rect">
            <a:avLst/>
          </a:prstGeom>
          <a:noFill/>
        </p:spPr>
        <p:txBody>
          <a:bodyPr wrap="none" rtlCol="0">
            <a:spAutoFit/>
          </a:bodyPr>
          <a:lstStyle/>
          <a:p>
            <a:endParaRPr lang="en-VN" dirty="0"/>
          </a:p>
        </p:txBody>
      </p:sp>
      <p:sp>
        <p:nvSpPr>
          <p:cNvPr id="7" name="Title 1">
            <a:extLst>
              <a:ext uri="{FF2B5EF4-FFF2-40B4-BE49-F238E27FC236}">
                <a16:creationId xmlns:a16="http://schemas.microsoft.com/office/drawing/2014/main" id="{429DBEDF-F086-A20A-09A4-D6FBFA70E377}"/>
              </a:ext>
            </a:extLst>
          </p:cNvPr>
          <p:cNvSpPr>
            <a:spLocks noGrp="1"/>
          </p:cNvSpPr>
          <p:nvPr>
            <p:ph type="title"/>
          </p:nvPr>
        </p:nvSpPr>
        <p:spPr>
          <a:xfrm>
            <a:off x="838199" y="159305"/>
            <a:ext cx="10515600" cy="1325563"/>
          </a:xfrm>
        </p:spPr>
        <p:txBody>
          <a:bodyPr/>
          <a:lstStyle/>
          <a:p>
            <a:r>
              <a:rPr lang="en-VN" dirty="0"/>
              <a:t>3. Phương pháp thực nghiệm</a:t>
            </a:r>
          </a:p>
        </p:txBody>
      </p:sp>
    </p:spTree>
    <p:extLst>
      <p:ext uri="{BB962C8B-B14F-4D97-AF65-F5344CB8AC3E}">
        <p14:creationId xmlns:p14="http://schemas.microsoft.com/office/powerpoint/2010/main" val="2837439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6A45B-055E-5707-77AA-7BE4FDD1221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3569DF5-40B3-A3F8-B6E7-0C1881EB79E1}"/>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22443" y="1758195"/>
            <a:ext cx="8347103" cy="4712193"/>
          </a:xfrm>
        </p:spPr>
      </p:pic>
      <p:sp>
        <p:nvSpPr>
          <p:cNvPr id="6" name="TextBox 5">
            <a:extLst>
              <a:ext uri="{FF2B5EF4-FFF2-40B4-BE49-F238E27FC236}">
                <a16:creationId xmlns:a16="http://schemas.microsoft.com/office/drawing/2014/main" id="{4EC3F4D2-CBF9-3578-C0DA-2AADB753C480}"/>
              </a:ext>
            </a:extLst>
          </p:cNvPr>
          <p:cNvSpPr txBox="1"/>
          <p:nvPr/>
        </p:nvSpPr>
        <p:spPr>
          <a:xfrm>
            <a:off x="2628900" y="5092700"/>
            <a:ext cx="184731" cy="369332"/>
          </a:xfrm>
          <a:prstGeom prst="rect">
            <a:avLst/>
          </a:prstGeom>
          <a:noFill/>
        </p:spPr>
        <p:txBody>
          <a:bodyPr wrap="none" rtlCol="0">
            <a:spAutoFit/>
          </a:bodyPr>
          <a:lstStyle/>
          <a:p>
            <a:endParaRPr lang="en-VN" dirty="0"/>
          </a:p>
        </p:txBody>
      </p:sp>
      <p:sp>
        <p:nvSpPr>
          <p:cNvPr id="7" name="Title 1">
            <a:extLst>
              <a:ext uri="{FF2B5EF4-FFF2-40B4-BE49-F238E27FC236}">
                <a16:creationId xmlns:a16="http://schemas.microsoft.com/office/drawing/2014/main" id="{750963F7-EAEB-550B-20C7-D1666396D777}"/>
              </a:ext>
            </a:extLst>
          </p:cNvPr>
          <p:cNvSpPr>
            <a:spLocks noGrp="1"/>
          </p:cNvSpPr>
          <p:nvPr>
            <p:ph type="title"/>
          </p:nvPr>
        </p:nvSpPr>
        <p:spPr>
          <a:xfrm>
            <a:off x="838199" y="159305"/>
            <a:ext cx="10515600" cy="1325563"/>
          </a:xfrm>
        </p:spPr>
        <p:txBody>
          <a:bodyPr/>
          <a:lstStyle/>
          <a:p>
            <a:r>
              <a:rPr lang="en-VN" dirty="0"/>
              <a:t>3. Phương pháp thực nghiệm</a:t>
            </a:r>
          </a:p>
        </p:txBody>
      </p:sp>
      <p:sp>
        <p:nvSpPr>
          <p:cNvPr id="11" name="Content Placeholder 2">
            <a:extLst>
              <a:ext uri="{FF2B5EF4-FFF2-40B4-BE49-F238E27FC236}">
                <a16:creationId xmlns:a16="http://schemas.microsoft.com/office/drawing/2014/main" id="{2A151608-F9D3-0E11-6F03-5F064F88279B}"/>
              </a:ext>
            </a:extLst>
          </p:cNvPr>
          <p:cNvSpPr txBox="1">
            <a:spLocks/>
          </p:cNvSpPr>
          <p:nvPr/>
        </p:nvSpPr>
        <p:spPr>
          <a:xfrm>
            <a:off x="5273670" y="1211540"/>
            <a:ext cx="1644651" cy="546655"/>
          </a:xfrm>
          <a:prstGeom prst="rect">
            <a:avLst/>
          </a:prstGeom>
        </p:spPr>
        <p:txBody>
          <a:bodyPr vert="horz" lIns="91440" tIns="45720" rIns="91440" bIns="45720" rtlCol="0">
            <a:normAutofit/>
          </a:bodyPr>
          <a:lstStyle>
            <a:lvl1pPr marL="0" indent="0" algn="just" defTabSz="914400" rtl="0" eaLnBrk="1" latinLnBrk="0" hangingPunct="1">
              <a:lnSpc>
                <a:spcPct val="100000"/>
              </a:lnSpc>
              <a:spcBef>
                <a:spcPts val="12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1pPr>
            <a:lvl2pPr marL="457200" indent="0" algn="just" defTabSz="914400" rtl="0" eaLnBrk="1" latinLnBrk="0" hangingPunct="1">
              <a:lnSpc>
                <a:spcPct val="100000"/>
              </a:lnSpc>
              <a:spcBef>
                <a:spcPts val="5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2pPr>
            <a:lvl3pPr marL="914400" indent="0" algn="just"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Readex Pro" pitchFamily="2" charset="-78"/>
                <a:ea typeface="+mn-ea"/>
                <a:cs typeface="Readex Pro" pitchFamily="2" charset="-78"/>
              </a:defRPr>
            </a:lvl3pPr>
            <a:lvl4pPr marL="13716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4pPr>
            <a:lvl5pPr marL="18288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VN" dirty="0"/>
              <a:t>UNet3+</a:t>
            </a:r>
          </a:p>
          <a:p>
            <a:endParaRPr lang="en-VN" dirty="0"/>
          </a:p>
          <a:p>
            <a:pPr marL="285750" indent="-285750">
              <a:buFont typeface="Wingdings" pitchFamily="2" charset="2"/>
              <a:buChar char="v"/>
            </a:pPr>
            <a:endParaRPr lang="vi-VN" sz="1800" dirty="0"/>
          </a:p>
          <a:p>
            <a:pPr marL="285750" indent="-285750">
              <a:buFont typeface="Wingdings" pitchFamily="2" charset="2"/>
              <a:buChar char="v"/>
            </a:pPr>
            <a:endParaRPr lang="vi-VN" sz="1600" dirty="0"/>
          </a:p>
        </p:txBody>
      </p:sp>
    </p:spTree>
    <p:extLst>
      <p:ext uri="{BB962C8B-B14F-4D97-AF65-F5344CB8AC3E}">
        <p14:creationId xmlns:p14="http://schemas.microsoft.com/office/powerpoint/2010/main" val="1999603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96AD1-867E-7871-877E-A9555E7DD06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9ABAD76-427C-5CE8-C812-8710733E01C4}"/>
              </a:ext>
            </a:extLst>
          </p:cNvPr>
          <p:cNvSpPr txBox="1"/>
          <p:nvPr/>
        </p:nvSpPr>
        <p:spPr>
          <a:xfrm>
            <a:off x="2628900" y="5092700"/>
            <a:ext cx="184731" cy="369332"/>
          </a:xfrm>
          <a:prstGeom prst="rect">
            <a:avLst/>
          </a:prstGeom>
          <a:noFill/>
        </p:spPr>
        <p:txBody>
          <a:bodyPr wrap="none" rtlCol="0">
            <a:spAutoFit/>
          </a:bodyPr>
          <a:lstStyle/>
          <a:p>
            <a:endParaRPr lang="en-VN" dirty="0"/>
          </a:p>
        </p:txBody>
      </p:sp>
      <p:sp>
        <p:nvSpPr>
          <p:cNvPr id="7" name="Title 1">
            <a:extLst>
              <a:ext uri="{FF2B5EF4-FFF2-40B4-BE49-F238E27FC236}">
                <a16:creationId xmlns:a16="http://schemas.microsoft.com/office/drawing/2014/main" id="{67BB2393-2839-C32F-6B64-ADCAA90F49FD}"/>
              </a:ext>
            </a:extLst>
          </p:cNvPr>
          <p:cNvSpPr>
            <a:spLocks noGrp="1"/>
          </p:cNvSpPr>
          <p:nvPr>
            <p:ph type="title"/>
          </p:nvPr>
        </p:nvSpPr>
        <p:spPr>
          <a:xfrm>
            <a:off x="838199" y="159305"/>
            <a:ext cx="10515600" cy="1325563"/>
          </a:xfrm>
        </p:spPr>
        <p:txBody>
          <a:bodyPr/>
          <a:lstStyle/>
          <a:p>
            <a:r>
              <a:rPr lang="en-VN" dirty="0"/>
              <a:t>3. Phương pháp thực nghiệm</a:t>
            </a:r>
          </a:p>
        </p:txBody>
      </p:sp>
      <p:sp>
        <p:nvSpPr>
          <p:cNvPr id="3" name="Content Placeholder 2">
            <a:extLst>
              <a:ext uri="{FF2B5EF4-FFF2-40B4-BE49-F238E27FC236}">
                <a16:creationId xmlns:a16="http://schemas.microsoft.com/office/drawing/2014/main" id="{90B46B64-3C0A-8E41-FC64-07F9AC58BDFB}"/>
              </a:ext>
            </a:extLst>
          </p:cNvPr>
          <p:cNvSpPr>
            <a:spLocks noGrp="1"/>
          </p:cNvSpPr>
          <p:nvPr>
            <p:ph idx="1"/>
          </p:nvPr>
        </p:nvSpPr>
        <p:spPr/>
        <p:txBody>
          <a:bodyPr/>
          <a:lstStyle/>
          <a:p>
            <a:r>
              <a:rPr lang="en-VN" dirty="0"/>
              <a:t>3.4 Kiến trúc mô hình và cải tiến</a:t>
            </a:r>
          </a:p>
          <a:p>
            <a:pPr marL="800100" lvl="1" indent="-342900">
              <a:lnSpc>
                <a:spcPct val="150000"/>
              </a:lnSpc>
              <a:buFont typeface="Wingdings" pitchFamily="2" charset="2"/>
              <a:buChar char="v"/>
            </a:pPr>
            <a:r>
              <a:rPr lang="en-VN" dirty="0"/>
              <a:t>ResNet</a:t>
            </a:r>
          </a:p>
          <a:p>
            <a:pPr marL="800100" lvl="1" indent="-342900">
              <a:lnSpc>
                <a:spcPct val="150000"/>
              </a:lnSpc>
              <a:buFont typeface="Arial" panose="020B0604020202020204" pitchFamily="34" charset="0"/>
              <a:buChar char="•"/>
            </a:pPr>
            <a:r>
              <a:rPr lang="vi-VN" sz="2000" dirty="0"/>
              <a:t>ResNet bao gồm skip connections và các khối phần dư (residual block)</a:t>
            </a:r>
          </a:p>
          <a:p>
            <a:pPr marL="800100" lvl="1" indent="-342900">
              <a:lnSpc>
                <a:spcPct val="150000"/>
              </a:lnSpc>
              <a:buFont typeface="Arial" panose="020B0604020202020204" pitchFamily="34" charset="0"/>
              <a:buChar char="•"/>
            </a:pPr>
            <a:r>
              <a:rPr lang="vi-VN" sz="2000" dirty="0"/>
              <a:t>Số kênh đầu ra của ResNet50 lần lượt: 64, 256, 512, 1024, 2048.</a:t>
            </a:r>
            <a:endParaRPr lang="en-VN" sz="2000" dirty="0"/>
          </a:p>
        </p:txBody>
      </p:sp>
      <p:pic>
        <p:nvPicPr>
          <p:cNvPr id="8" name="Picture 7">
            <a:extLst>
              <a:ext uri="{FF2B5EF4-FFF2-40B4-BE49-F238E27FC236}">
                <a16:creationId xmlns:a16="http://schemas.microsoft.com/office/drawing/2014/main" id="{50B765E5-7D5F-E9F3-8F1C-B15A088632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89399" y="4102100"/>
            <a:ext cx="4013200" cy="1981200"/>
          </a:xfrm>
          <a:prstGeom prst="rect">
            <a:avLst/>
          </a:prstGeom>
        </p:spPr>
      </p:pic>
    </p:spTree>
    <p:extLst>
      <p:ext uri="{BB962C8B-B14F-4D97-AF65-F5344CB8AC3E}">
        <p14:creationId xmlns:p14="http://schemas.microsoft.com/office/powerpoint/2010/main" val="471687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603A7-1AD3-5C74-3639-22FE64DAB79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EC671DC-6B9B-D724-203B-D5589102EF8B}"/>
              </a:ext>
            </a:extLst>
          </p:cNvPr>
          <p:cNvSpPr txBox="1"/>
          <p:nvPr/>
        </p:nvSpPr>
        <p:spPr>
          <a:xfrm>
            <a:off x="2628900" y="5092700"/>
            <a:ext cx="184731" cy="369332"/>
          </a:xfrm>
          <a:prstGeom prst="rect">
            <a:avLst/>
          </a:prstGeom>
          <a:noFill/>
        </p:spPr>
        <p:txBody>
          <a:bodyPr wrap="none" rtlCol="0">
            <a:spAutoFit/>
          </a:bodyPr>
          <a:lstStyle/>
          <a:p>
            <a:endParaRPr lang="en-VN" dirty="0"/>
          </a:p>
        </p:txBody>
      </p:sp>
      <p:pic>
        <p:nvPicPr>
          <p:cNvPr id="8" name="Content Placeholder 7">
            <a:extLst>
              <a:ext uri="{FF2B5EF4-FFF2-40B4-BE49-F238E27FC236}">
                <a16:creationId xmlns:a16="http://schemas.microsoft.com/office/drawing/2014/main" id="{AA6A4E68-8ABA-7294-46EB-E94E5C3E5558}"/>
              </a:ext>
            </a:extLst>
          </p:cNvPr>
          <p:cNvPicPr>
            <a:picLocks noGrp="1" noChangeAspect="1"/>
          </p:cNvPicPr>
          <p:nvPr>
            <p:ph idx="4294967295"/>
          </p:nvPr>
        </p:nvPicPr>
        <p:blipFill>
          <a:blip r:embed="rId3" cstate="print">
            <a:extLst>
              <a:ext uri="{28A0092B-C50C-407E-A947-70E740481C1C}">
                <a14:useLocalDpi xmlns:a14="http://schemas.microsoft.com/office/drawing/2010/main" val="0"/>
              </a:ext>
            </a:extLst>
          </a:blip>
          <a:stretch>
            <a:fillRect/>
          </a:stretch>
        </p:blipFill>
        <p:spPr>
          <a:xfrm>
            <a:off x="2130425" y="420222"/>
            <a:ext cx="7931150" cy="6017555"/>
          </a:xfrm>
        </p:spPr>
      </p:pic>
      <p:sp>
        <p:nvSpPr>
          <p:cNvPr id="13" name="Content Placeholder 2">
            <a:extLst>
              <a:ext uri="{FF2B5EF4-FFF2-40B4-BE49-F238E27FC236}">
                <a16:creationId xmlns:a16="http://schemas.microsoft.com/office/drawing/2014/main" id="{AE889593-22FC-A59F-76BC-9F04460FE6D8}"/>
              </a:ext>
            </a:extLst>
          </p:cNvPr>
          <p:cNvSpPr txBox="1">
            <a:spLocks/>
          </p:cNvSpPr>
          <p:nvPr/>
        </p:nvSpPr>
        <p:spPr>
          <a:xfrm>
            <a:off x="4160837" y="-12700"/>
            <a:ext cx="3870325" cy="56094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Readex Pro" pitchFamily="2" charset="-78"/>
                <a:ea typeface="+mn-ea"/>
                <a:cs typeface="Readex Pro" pitchFamily="2" charset="-78"/>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Readex Pro" pitchFamily="2" charset="-78"/>
                <a:ea typeface="+mn-ea"/>
                <a:cs typeface="Readex Pro" pitchFamily="2" charset="-78"/>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Readex Pro" pitchFamily="2" charset="-78"/>
                <a:ea typeface="+mn-ea"/>
                <a:cs typeface="Readex Pro" pitchFamily="2" charset="-78"/>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Readex Pro" pitchFamily="2" charset="-78"/>
                <a:ea typeface="+mn-ea"/>
                <a:cs typeface="Readex Pro" pitchFamily="2" charset="-78"/>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en-VN" sz="1800" dirty="0"/>
              <a:t>UNet3+ </a:t>
            </a:r>
            <a:r>
              <a:rPr lang="en-US" sz="1800" dirty="0"/>
              <a:t>k</a:t>
            </a:r>
            <a:r>
              <a:rPr lang="en-VN" sz="1800" dirty="0"/>
              <a:t>ết hợp ResNet50</a:t>
            </a:r>
            <a:endParaRPr lang="en-VN" dirty="0"/>
          </a:p>
          <a:p>
            <a:pPr marL="285750" indent="-285750">
              <a:buFont typeface="Wingdings" pitchFamily="2" charset="2"/>
              <a:buChar char="v"/>
            </a:pPr>
            <a:endParaRPr lang="vi-VN" sz="1800" dirty="0"/>
          </a:p>
          <a:p>
            <a:pPr marL="285750" indent="-285750">
              <a:buFont typeface="Wingdings" pitchFamily="2" charset="2"/>
              <a:buChar char="v"/>
            </a:pPr>
            <a:endParaRPr lang="vi-VN" sz="1600" dirty="0"/>
          </a:p>
        </p:txBody>
      </p:sp>
    </p:spTree>
    <p:extLst>
      <p:ext uri="{BB962C8B-B14F-4D97-AF65-F5344CB8AC3E}">
        <p14:creationId xmlns:p14="http://schemas.microsoft.com/office/powerpoint/2010/main" val="4243332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6189B-C64D-3FA3-D407-30FE2272831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B4C2E60-94E6-1B58-C35C-A5B3F08F0F8A}"/>
              </a:ext>
            </a:extLst>
          </p:cNvPr>
          <p:cNvSpPr txBox="1"/>
          <p:nvPr/>
        </p:nvSpPr>
        <p:spPr>
          <a:xfrm>
            <a:off x="2628900" y="5092700"/>
            <a:ext cx="184731" cy="369332"/>
          </a:xfrm>
          <a:prstGeom prst="rect">
            <a:avLst/>
          </a:prstGeom>
          <a:noFill/>
        </p:spPr>
        <p:txBody>
          <a:bodyPr wrap="none" rtlCol="0">
            <a:spAutoFit/>
          </a:bodyPr>
          <a:lstStyle/>
          <a:p>
            <a:endParaRPr lang="en-VN" dirty="0"/>
          </a:p>
        </p:txBody>
      </p:sp>
      <p:sp>
        <p:nvSpPr>
          <p:cNvPr id="7" name="Title 1">
            <a:extLst>
              <a:ext uri="{FF2B5EF4-FFF2-40B4-BE49-F238E27FC236}">
                <a16:creationId xmlns:a16="http://schemas.microsoft.com/office/drawing/2014/main" id="{AD1DEEBE-B147-9CFC-3406-E6112E505D71}"/>
              </a:ext>
            </a:extLst>
          </p:cNvPr>
          <p:cNvSpPr>
            <a:spLocks noGrp="1"/>
          </p:cNvSpPr>
          <p:nvPr>
            <p:ph type="title"/>
          </p:nvPr>
        </p:nvSpPr>
        <p:spPr>
          <a:xfrm>
            <a:off x="838199" y="159305"/>
            <a:ext cx="10515600" cy="1325563"/>
          </a:xfrm>
        </p:spPr>
        <p:txBody>
          <a:bodyPr/>
          <a:lstStyle/>
          <a:p>
            <a:r>
              <a:rPr lang="en-VN" dirty="0"/>
              <a:t>3. Phương pháp thực nghiệm</a:t>
            </a:r>
          </a:p>
        </p:txBody>
      </p:sp>
      <p:sp>
        <p:nvSpPr>
          <p:cNvPr id="3" name="Content Placeholder 2">
            <a:extLst>
              <a:ext uri="{FF2B5EF4-FFF2-40B4-BE49-F238E27FC236}">
                <a16:creationId xmlns:a16="http://schemas.microsoft.com/office/drawing/2014/main" id="{D88B680E-869F-79D5-2E06-9C0EAB5CADF4}"/>
              </a:ext>
            </a:extLst>
          </p:cNvPr>
          <p:cNvSpPr>
            <a:spLocks noGrp="1"/>
          </p:cNvSpPr>
          <p:nvPr>
            <p:ph idx="1"/>
          </p:nvPr>
        </p:nvSpPr>
        <p:spPr/>
        <p:txBody>
          <a:bodyPr/>
          <a:lstStyle/>
          <a:p>
            <a:r>
              <a:rPr lang="en-VN" dirty="0"/>
              <a:t>3.4 Kiến trúc mô hình và cải tiến</a:t>
            </a:r>
          </a:p>
          <a:p>
            <a:pPr marL="800100" lvl="1" indent="-342900">
              <a:lnSpc>
                <a:spcPct val="150000"/>
              </a:lnSpc>
              <a:buFont typeface="Wingdings" pitchFamily="2" charset="2"/>
              <a:buChar char="v"/>
            </a:pPr>
            <a:r>
              <a:rPr lang="en-VN" dirty="0"/>
              <a:t>SE-ResNeXt</a:t>
            </a:r>
          </a:p>
          <a:p>
            <a:pPr marL="800100" lvl="1" indent="-342900">
              <a:lnSpc>
                <a:spcPct val="150000"/>
              </a:lnSpc>
              <a:buFont typeface="Arial" panose="020B0604020202020204" pitchFamily="34" charset="0"/>
              <a:buChar char="•"/>
            </a:pPr>
            <a:r>
              <a:rPr lang="vi-VN" sz="2000" dirty="0"/>
              <a:t>Thành phần chính của gồm khối Bottleneck và Squeeze-and-Excitation (SE).</a:t>
            </a:r>
          </a:p>
          <a:p>
            <a:pPr marL="800100" lvl="1" indent="-342900">
              <a:lnSpc>
                <a:spcPct val="150000"/>
              </a:lnSpc>
              <a:buFont typeface="Arial" panose="020B0604020202020204" pitchFamily="34" charset="0"/>
              <a:buChar char="•"/>
            </a:pPr>
            <a:r>
              <a:rPr lang="vi-VN" sz="2000" dirty="0"/>
              <a:t>Số kênh đầu ra của SE-ResNeXt50 lần lượt: 64, 256, 512, 1024, 2048.</a:t>
            </a:r>
            <a:endParaRPr lang="en-VN" sz="2000" dirty="0"/>
          </a:p>
        </p:txBody>
      </p:sp>
      <p:pic>
        <p:nvPicPr>
          <p:cNvPr id="4" name="Picture 3">
            <a:extLst>
              <a:ext uri="{FF2B5EF4-FFF2-40B4-BE49-F238E27FC236}">
                <a16:creationId xmlns:a16="http://schemas.microsoft.com/office/drawing/2014/main" id="{20FD9FA4-6E45-6F63-E4CB-A248402A03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0200" y="4152900"/>
            <a:ext cx="3987800" cy="1879600"/>
          </a:xfrm>
          <a:prstGeom prst="rect">
            <a:avLst/>
          </a:prstGeom>
        </p:spPr>
      </p:pic>
      <p:pic>
        <p:nvPicPr>
          <p:cNvPr id="9" name="Picture 8">
            <a:extLst>
              <a:ext uri="{FF2B5EF4-FFF2-40B4-BE49-F238E27FC236}">
                <a16:creationId xmlns:a16="http://schemas.microsoft.com/office/drawing/2014/main" id="{671A18D4-A0BB-DE9B-6139-2BDCADDDB8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27850" y="4222750"/>
            <a:ext cx="3441700" cy="1739900"/>
          </a:xfrm>
          <a:prstGeom prst="rect">
            <a:avLst/>
          </a:prstGeom>
        </p:spPr>
      </p:pic>
    </p:spTree>
    <p:extLst>
      <p:ext uri="{BB962C8B-B14F-4D97-AF65-F5344CB8AC3E}">
        <p14:creationId xmlns:p14="http://schemas.microsoft.com/office/powerpoint/2010/main" val="3559445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523D0-400B-D831-9008-CB14D89B5B5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19E055D-D09C-53B1-3299-759540173A75}"/>
              </a:ext>
            </a:extLst>
          </p:cNvPr>
          <p:cNvSpPr txBox="1"/>
          <p:nvPr/>
        </p:nvSpPr>
        <p:spPr>
          <a:xfrm>
            <a:off x="2628900" y="5092700"/>
            <a:ext cx="184731" cy="369332"/>
          </a:xfrm>
          <a:prstGeom prst="rect">
            <a:avLst/>
          </a:prstGeom>
          <a:noFill/>
        </p:spPr>
        <p:txBody>
          <a:bodyPr wrap="none" rtlCol="0">
            <a:spAutoFit/>
          </a:bodyPr>
          <a:lstStyle/>
          <a:p>
            <a:endParaRPr lang="en-VN" dirty="0"/>
          </a:p>
        </p:txBody>
      </p:sp>
      <p:pic>
        <p:nvPicPr>
          <p:cNvPr id="3" name="Picture 2">
            <a:extLst>
              <a:ext uri="{FF2B5EF4-FFF2-40B4-BE49-F238E27FC236}">
                <a16:creationId xmlns:a16="http://schemas.microsoft.com/office/drawing/2014/main" id="{E0BBCAE4-9E51-15FC-5DB4-6A8B7AB58C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08200" y="446887"/>
            <a:ext cx="7975600" cy="5964226"/>
          </a:xfrm>
          <a:prstGeom prst="rect">
            <a:avLst/>
          </a:prstGeom>
        </p:spPr>
      </p:pic>
      <p:sp>
        <p:nvSpPr>
          <p:cNvPr id="7" name="Content Placeholder 2">
            <a:extLst>
              <a:ext uri="{FF2B5EF4-FFF2-40B4-BE49-F238E27FC236}">
                <a16:creationId xmlns:a16="http://schemas.microsoft.com/office/drawing/2014/main" id="{7396D40E-07EB-2FCC-9731-2FF8BDEF7359}"/>
              </a:ext>
            </a:extLst>
          </p:cNvPr>
          <p:cNvSpPr txBox="1">
            <a:spLocks/>
          </p:cNvSpPr>
          <p:nvPr/>
        </p:nvSpPr>
        <p:spPr>
          <a:xfrm>
            <a:off x="4160837" y="-12700"/>
            <a:ext cx="3870325" cy="56094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Readex Pro" pitchFamily="2" charset="-78"/>
                <a:ea typeface="+mn-ea"/>
                <a:cs typeface="Readex Pro" pitchFamily="2" charset="-78"/>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Readex Pro" pitchFamily="2" charset="-78"/>
                <a:ea typeface="+mn-ea"/>
                <a:cs typeface="Readex Pro" pitchFamily="2" charset="-78"/>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Readex Pro" pitchFamily="2" charset="-78"/>
                <a:ea typeface="+mn-ea"/>
                <a:cs typeface="Readex Pro" pitchFamily="2" charset="-78"/>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Readex Pro" pitchFamily="2" charset="-78"/>
                <a:ea typeface="+mn-ea"/>
                <a:cs typeface="Readex Pro" pitchFamily="2" charset="-78"/>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en-VN" sz="1800" dirty="0"/>
              <a:t>UNet3+ </a:t>
            </a:r>
            <a:r>
              <a:rPr lang="en-US" sz="1800" dirty="0"/>
              <a:t>k</a:t>
            </a:r>
            <a:r>
              <a:rPr lang="en-VN" sz="1800" dirty="0"/>
              <a:t>ết hợp SE-ResNeXt50</a:t>
            </a:r>
            <a:endParaRPr lang="en-VN" dirty="0"/>
          </a:p>
          <a:p>
            <a:pPr marL="285750" indent="-285750">
              <a:buFont typeface="Wingdings" pitchFamily="2" charset="2"/>
              <a:buChar char="v"/>
            </a:pPr>
            <a:endParaRPr lang="vi-VN" sz="1800" dirty="0"/>
          </a:p>
          <a:p>
            <a:pPr marL="285750" indent="-285750">
              <a:buFont typeface="Wingdings" pitchFamily="2" charset="2"/>
              <a:buChar char="v"/>
            </a:pPr>
            <a:endParaRPr lang="vi-VN" sz="1600" dirty="0"/>
          </a:p>
        </p:txBody>
      </p:sp>
    </p:spTree>
    <p:extLst>
      <p:ext uri="{BB962C8B-B14F-4D97-AF65-F5344CB8AC3E}">
        <p14:creationId xmlns:p14="http://schemas.microsoft.com/office/powerpoint/2010/main" val="1226049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FAF0B-FD06-2795-D07B-F4C45D61C15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907AAC8-4493-5F5B-9622-F0CDEF499CA4}"/>
              </a:ext>
            </a:extLst>
          </p:cNvPr>
          <p:cNvSpPr txBox="1"/>
          <p:nvPr/>
        </p:nvSpPr>
        <p:spPr>
          <a:xfrm>
            <a:off x="2628900" y="5092700"/>
            <a:ext cx="184731" cy="369332"/>
          </a:xfrm>
          <a:prstGeom prst="rect">
            <a:avLst/>
          </a:prstGeom>
          <a:noFill/>
        </p:spPr>
        <p:txBody>
          <a:bodyPr wrap="none" rtlCol="0">
            <a:spAutoFit/>
          </a:bodyPr>
          <a:lstStyle/>
          <a:p>
            <a:endParaRPr lang="en-VN" dirty="0"/>
          </a:p>
        </p:txBody>
      </p:sp>
      <p:sp>
        <p:nvSpPr>
          <p:cNvPr id="7" name="Title 1">
            <a:extLst>
              <a:ext uri="{FF2B5EF4-FFF2-40B4-BE49-F238E27FC236}">
                <a16:creationId xmlns:a16="http://schemas.microsoft.com/office/drawing/2014/main" id="{D1466DF2-56ED-1797-1CFF-203B7FC19CBA}"/>
              </a:ext>
            </a:extLst>
          </p:cNvPr>
          <p:cNvSpPr>
            <a:spLocks noGrp="1"/>
          </p:cNvSpPr>
          <p:nvPr>
            <p:ph type="title"/>
          </p:nvPr>
        </p:nvSpPr>
        <p:spPr>
          <a:xfrm>
            <a:off x="838199" y="159305"/>
            <a:ext cx="10515600" cy="1325563"/>
          </a:xfrm>
        </p:spPr>
        <p:txBody>
          <a:bodyPr/>
          <a:lstStyle/>
          <a:p>
            <a:r>
              <a:rPr lang="en-VN" dirty="0"/>
              <a:t>3. Phương pháp thực nghiệm</a:t>
            </a:r>
          </a:p>
        </p:txBody>
      </p:sp>
      <p:sp>
        <p:nvSpPr>
          <p:cNvPr id="3" name="Content Placeholder 2">
            <a:extLst>
              <a:ext uri="{FF2B5EF4-FFF2-40B4-BE49-F238E27FC236}">
                <a16:creationId xmlns:a16="http://schemas.microsoft.com/office/drawing/2014/main" id="{506D9318-7CF6-0DAE-299E-F2E3528D7E7A}"/>
              </a:ext>
            </a:extLst>
          </p:cNvPr>
          <p:cNvSpPr>
            <a:spLocks noGrp="1"/>
          </p:cNvSpPr>
          <p:nvPr>
            <p:ph idx="1"/>
          </p:nvPr>
        </p:nvSpPr>
        <p:spPr/>
        <p:txBody>
          <a:bodyPr/>
          <a:lstStyle/>
          <a:p>
            <a:r>
              <a:rPr lang="en-VN" dirty="0"/>
              <a:t>3.4 Kiến trúc mô hình và cải tiến</a:t>
            </a:r>
          </a:p>
          <a:p>
            <a:r>
              <a:rPr lang="vi-VN" sz="2000" dirty="0"/>
              <a:t>Số lượng tham số lớn có thể gây overfitting, tuy nhiên nó cho phép mô hình học và biểu diễn các đặc trưng phức tạp hơn, cần thiết cho dữ liệu có độ phức tạp cao.</a:t>
            </a:r>
          </a:p>
          <a:p>
            <a:endParaRPr lang="en-VN" sz="2000" dirty="0"/>
          </a:p>
        </p:txBody>
      </p:sp>
      <p:pic>
        <p:nvPicPr>
          <p:cNvPr id="5" name="Picture 4">
            <a:extLst>
              <a:ext uri="{FF2B5EF4-FFF2-40B4-BE49-F238E27FC236}">
                <a16:creationId xmlns:a16="http://schemas.microsoft.com/office/drawing/2014/main" id="{E00AEAD3-4384-F21B-324F-9891D4C830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5556" y="3772694"/>
            <a:ext cx="3580885" cy="1358900"/>
          </a:xfrm>
          <a:prstGeom prst="rect">
            <a:avLst/>
          </a:prstGeom>
        </p:spPr>
      </p:pic>
    </p:spTree>
    <p:extLst>
      <p:ext uri="{BB962C8B-B14F-4D97-AF65-F5344CB8AC3E}">
        <p14:creationId xmlns:p14="http://schemas.microsoft.com/office/powerpoint/2010/main" val="3911152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A36E6-4F3E-0280-DC54-5DFB0842C47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EC35AFC-2397-EF2F-6002-202FCF814737}"/>
              </a:ext>
            </a:extLst>
          </p:cNvPr>
          <p:cNvSpPr txBox="1"/>
          <p:nvPr/>
        </p:nvSpPr>
        <p:spPr>
          <a:xfrm>
            <a:off x="2628900" y="5092700"/>
            <a:ext cx="184731" cy="369332"/>
          </a:xfrm>
          <a:prstGeom prst="rect">
            <a:avLst/>
          </a:prstGeom>
          <a:noFill/>
        </p:spPr>
        <p:txBody>
          <a:bodyPr wrap="none" rtlCol="0">
            <a:spAutoFit/>
          </a:bodyPr>
          <a:lstStyle/>
          <a:p>
            <a:endParaRPr lang="en-VN" dirty="0"/>
          </a:p>
        </p:txBody>
      </p:sp>
      <p:sp>
        <p:nvSpPr>
          <p:cNvPr id="7" name="Title 1">
            <a:extLst>
              <a:ext uri="{FF2B5EF4-FFF2-40B4-BE49-F238E27FC236}">
                <a16:creationId xmlns:a16="http://schemas.microsoft.com/office/drawing/2014/main" id="{885B2202-856E-B8AD-AD33-6DDBE7C4E9EC}"/>
              </a:ext>
            </a:extLst>
          </p:cNvPr>
          <p:cNvSpPr>
            <a:spLocks noGrp="1"/>
          </p:cNvSpPr>
          <p:nvPr>
            <p:ph type="title"/>
          </p:nvPr>
        </p:nvSpPr>
        <p:spPr>
          <a:xfrm>
            <a:off x="838199" y="159305"/>
            <a:ext cx="10515600" cy="1325563"/>
          </a:xfrm>
        </p:spPr>
        <p:txBody>
          <a:bodyPr/>
          <a:lstStyle/>
          <a:p>
            <a:r>
              <a:rPr lang="en-VN" dirty="0"/>
              <a:t>4. Kết quả thực nghiệm</a:t>
            </a:r>
          </a:p>
        </p:txBody>
      </p:sp>
      <p:sp>
        <p:nvSpPr>
          <p:cNvPr id="3" name="Content Placeholder 2">
            <a:extLst>
              <a:ext uri="{FF2B5EF4-FFF2-40B4-BE49-F238E27FC236}">
                <a16:creationId xmlns:a16="http://schemas.microsoft.com/office/drawing/2014/main" id="{F85CBDEC-9AF0-2870-62F7-3DF67A0F1E01}"/>
              </a:ext>
            </a:extLst>
          </p:cNvPr>
          <p:cNvSpPr>
            <a:spLocks noGrp="1"/>
          </p:cNvSpPr>
          <p:nvPr>
            <p:ph idx="1"/>
          </p:nvPr>
        </p:nvSpPr>
        <p:spPr/>
        <p:txBody>
          <a:bodyPr/>
          <a:lstStyle/>
          <a:p>
            <a:r>
              <a:rPr lang="en-VN" dirty="0"/>
              <a:t>4.1 Môi trường cài đặt và độ đo đánh giá</a:t>
            </a:r>
          </a:p>
          <a:p>
            <a:endParaRPr lang="en-VN" dirty="0"/>
          </a:p>
          <a:p>
            <a:endParaRPr lang="en-VN" dirty="0"/>
          </a:p>
          <a:p>
            <a:endParaRPr lang="en-VN" dirty="0"/>
          </a:p>
          <a:p>
            <a:endParaRPr lang="en-VN" dirty="0"/>
          </a:p>
          <a:p>
            <a:pPr marL="342900" indent="-342900">
              <a:buFont typeface="Arial" panose="020B0604020202020204" pitchFamily="34" charset="0"/>
              <a:buChar char="•"/>
            </a:pPr>
            <a:r>
              <a:rPr lang="vi-VN" sz="2000" dirty="0"/>
              <a:t>Tham số cần thiết khi huấn luyện mô hình: kích thước batch 32, tốc độ học 7e-5.</a:t>
            </a:r>
          </a:p>
          <a:p>
            <a:pPr marL="342900" indent="-342900">
              <a:buFont typeface="Arial" panose="020B0604020202020204" pitchFamily="34" charset="0"/>
              <a:buChar char="•"/>
            </a:pPr>
            <a:r>
              <a:rPr lang="vi-VN" sz="2000" dirty="0"/>
              <a:t>Áp dụng kỹ thuật dừng sớm (early stoping), giúp dừng quá trình huấn luyện số epoch chờ là 5.</a:t>
            </a:r>
          </a:p>
        </p:txBody>
      </p:sp>
      <p:pic>
        <p:nvPicPr>
          <p:cNvPr id="4" name="Picture 3">
            <a:extLst>
              <a:ext uri="{FF2B5EF4-FFF2-40B4-BE49-F238E27FC236}">
                <a16:creationId xmlns:a16="http://schemas.microsoft.com/office/drawing/2014/main" id="{ECFF9639-387C-9F33-4744-007DBE659C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4934" y="3031389"/>
            <a:ext cx="7682131" cy="795221"/>
          </a:xfrm>
          <a:prstGeom prst="rect">
            <a:avLst/>
          </a:prstGeom>
        </p:spPr>
      </p:pic>
    </p:spTree>
    <p:extLst>
      <p:ext uri="{BB962C8B-B14F-4D97-AF65-F5344CB8AC3E}">
        <p14:creationId xmlns:p14="http://schemas.microsoft.com/office/powerpoint/2010/main" val="24375691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43CD6-7E26-7D82-BB95-1915F04F854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D6EA7DB-DEB0-E197-DCDF-AB306DB509D6}"/>
              </a:ext>
            </a:extLst>
          </p:cNvPr>
          <p:cNvSpPr txBox="1"/>
          <p:nvPr/>
        </p:nvSpPr>
        <p:spPr>
          <a:xfrm>
            <a:off x="3023754" y="4952670"/>
            <a:ext cx="198959" cy="420916"/>
          </a:xfrm>
          <a:prstGeom prst="rect">
            <a:avLst/>
          </a:prstGeom>
          <a:noFill/>
        </p:spPr>
        <p:txBody>
          <a:bodyPr wrap="square" rtlCol="0">
            <a:spAutoFit/>
          </a:bodyPr>
          <a:lstStyle/>
          <a:p>
            <a:endParaRPr lang="en-VN" dirty="0"/>
          </a:p>
        </p:txBody>
      </p:sp>
      <p:sp>
        <p:nvSpPr>
          <p:cNvPr id="3" name="Content Placeholder 2">
            <a:extLst>
              <a:ext uri="{FF2B5EF4-FFF2-40B4-BE49-F238E27FC236}">
                <a16:creationId xmlns:a16="http://schemas.microsoft.com/office/drawing/2014/main" id="{D4061F10-E90F-DCF0-7FA9-EB7C12FB5B8F}"/>
              </a:ext>
            </a:extLst>
          </p:cNvPr>
          <p:cNvSpPr>
            <a:spLocks noGrp="1"/>
          </p:cNvSpPr>
          <p:nvPr>
            <p:ph idx="1"/>
          </p:nvPr>
        </p:nvSpPr>
        <p:spPr/>
        <p:txBody>
          <a:bodyPr/>
          <a:lstStyle/>
          <a:p>
            <a:r>
              <a:rPr lang="en-VN" dirty="0"/>
              <a:t>4.1 Môi trường cài đặt và độ đo đánh giá</a:t>
            </a:r>
          </a:p>
          <a:p>
            <a:endParaRPr lang="en-VN" dirty="0"/>
          </a:p>
          <a:p>
            <a:endParaRPr lang="en-VN" dirty="0"/>
          </a:p>
        </p:txBody>
      </p:sp>
      <p:pic>
        <p:nvPicPr>
          <p:cNvPr id="5" name="Picture 4">
            <a:extLst>
              <a:ext uri="{FF2B5EF4-FFF2-40B4-BE49-F238E27FC236}">
                <a16:creationId xmlns:a16="http://schemas.microsoft.com/office/drawing/2014/main" id="{C92E326B-1764-34D2-B7F0-D2ED34BABF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3053" y="4852063"/>
            <a:ext cx="2663178" cy="709216"/>
          </a:xfrm>
          <a:prstGeom prst="rect">
            <a:avLst/>
          </a:prstGeom>
        </p:spPr>
      </p:pic>
      <p:pic>
        <p:nvPicPr>
          <p:cNvPr id="9" name="Picture 8">
            <a:extLst>
              <a:ext uri="{FF2B5EF4-FFF2-40B4-BE49-F238E27FC236}">
                <a16:creationId xmlns:a16="http://schemas.microsoft.com/office/drawing/2014/main" id="{F03FFAE4-FCBE-BA25-0860-4D3B7C7C17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4635" y="3068083"/>
            <a:ext cx="2547389" cy="738164"/>
          </a:xfrm>
          <a:prstGeom prst="rect">
            <a:avLst/>
          </a:prstGeom>
        </p:spPr>
      </p:pic>
      <p:pic>
        <p:nvPicPr>
          <p:cNvPr id="11" name="Picture 10">
            <a:extLst>
              <a:ext uri="{FF2B5EF4-FFF2-40B4-BE49-F238E27FC236}">
                <a16:creationId xmlns:a16="http://schemas.microsoft.com/office/drawing/2014/main" id="{03B4A582-FBEF-7F28-5680-538D50A498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51976" y="3011217"/>
            <a:ext cx="2359228" cy="839480"/>
          </a:xfrm>
          <a:prstGeom prst="rect">
            <a:avLst/>
          </a:prstGeom>
        </p:spPr>
      </p:pic>
      <p:pic>
        <p:nvPicPr>
          <p:cNvPr id="13" name="Picture 12">
            <a:extLst>
              <a:ext uri="{FF2B5EF4-FFF2-40B4-BE49-F238E27FC236}">
                <a16:creationId xmlns:a16="http://schemas.microsoft.com/office/drawing/2014/main" id="{97056EBA-00BA-BFE1-C53B-4315A4F02AA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85326" y="4829996"/>
            <a:ext cx="2055278" cy="694742"/>
          </a:xfrm>
          <a:prstGeom prst="rect">
            <a:avLst/>
          </a:prstGeom>
        </p:spPr>
      </p:pic>
      <p:pic>
        <p:nvPicPr>
          <p:cNvPr id="15" name="Picture 14">
            <a:extLst>
              <a:ext uri="{FF2B5EF4-FFF2-40B4-BE49-F238E27FC236}">
                <a16:creationId xmlns:a16="http://schemas.microsoft.com/office/drawing/2014/main" id="{63DE4BF4-98AA-7E2B-1504-9BE6F769997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34215" y="3030970"/>
            <a:ext cx="2084227" cy="796059"/>
          </a:xfrm>
          <a:prstGeom prst="rect">
            <a:avLst/>
          </a:prstGeom>
        </p:spPr>
      </p:pic>
      <p:pic>
        <p:nvPicPr>
          <p:cNvPr id="17" name="Picture 16">
            <a:extLst>
              <a:ext uri="{FF2B5EF4-FFF2-40B4-BE49-F238E27FC236}">
                <a16:creationId xmlns:a16="http://schemas.microsoft.com/office/drawing/2014/main" id="{38347D56-D82B-B043-F71C-1BDAED3389E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28890" y="4779694"/>
            <a:ext cx="2142122" cy="781585"/>
          </a:xfrm>
          <a:prstGeom prst="rect">
            <a:avLst/>
          </a:prstGeom>
        </p:spPr>
      </p:pic>
      <p:sp>
        <p:nvSpPr>
          <p:cNvPr id="8" name="Title 1">
            <a:extLst>
              <a:ext uri="{FF2B5EF4-FFF2-40B4-BE49-F238E27FC236}">
                <a16:creationId xmlns:a16="http://schemas.microsoft.com/office/drawing/2014/main" id="{4855481B-3F6D-AE45-8C6B-6D6099AFC3DE}"/>
              </a:ext>
            </a:extLst>
          </p:cNvPr>
          <p:cNvSpPr>
            <a:spLocks noGrp="1"/>
          </p:cNvSpPr>
          <p:nvPr>
            <p:ph type="title"/>
          </p:nvPr>
        </p:nvSpPr>
        <p:spPr>
          <a:xfrm>
            <a:off x="838199" y="159305"/>
            <a:ext cx="10515600" cy="1325563"/>
          </a:xfrm>
        </p:spPr>
        <p:txBody>
          <a:bodyPr/>
          <a:lstStyle/>
          <a:p>
            <a:r>
              <a:rPr lang="en-VN" dirty="0"/>
              <a:t>4. Kết quả thực nghiệm</a:t>
            </a:r>
          </a:p>
        </p:txBody>
      </p:sp>
    </p:spTree>
    <p:extLst>
      <p:ext uri="{BB962C8B-B14F-4D97-AF65-F5344CB8AC3E}">
        <p14:creationId xmlns:p14="http://schemas.microsoft.com/office/powerpoint/2010/main" val="34739395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1C4A9-CB2F-628A-3758-9D7C41B4067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420764-B858-8711-72AD-900573AE9F43}"/>
              </a:ext>
            </a:extLst>
          </p:cNvPr>
          <p:cNvSpPr>
            <a:spLocks noGrp="1"/>
          </p:cNvSpPr>
          <p:nvPr>
            <p:ph idx="1"/>
          </p:nvPr>
        </p:nvSpPr>
        <p:spPr>
          <a:xfrm>
            <a:off x="838200" y="495300"/>
            <a:ext cx="10515600" cy="5681663"/>
          </a:xfrm>
        </p:spPr>
        <p:txBody>
          <a:bodyPr>
            <a:normAutofit/>
          </a:bodyPr>
          <a:lstStyle/>
          <a:p>
            <a:pPr>
              <a:lnSpc>
                <a:spcPct val="150000"/>
              </a:lnSpc>
            </a:pPr>
            <a:r>
              <a:rPr lang="en-VN" sz="2000" dirty="0"/>
              <a:t>4.2 Kịch bản 1: So sánh hiệu suất các cấu hình khi </a:t>
            </a:r>
            <a:r>
              <a:rPr lang="en-VN" sz="2000" b="1" dirty="0"/>
              <a:t>không</a:t>
            </a:r>
            <a:r>
              <a:rPr lang="en-VN" sz="2000" dirty="0"/>
              <a:t> có dữ liệu tăng cường</a:t>
            </a:r>
          </a:p>
          <a:p>
            <a:pPr>
              <a:lnSpc>
                <a:spcPct val="150000"/>
              </a:lnSpc>
            </a:pPr>
            <a:endParaRPr lang="en-VN" sz="2000" dirty="0"/>
          </a:p>
        </p:txBody>
      </p:sp>
      <p:pic>
        <p:nvPicPr>
          <p:cNvPr id="4" name="Picture 3">
            <a:extLst>
              <a:ext uri="{FF2B5EF4-FFF2-40B4-BE49-F238E27FC236}">
                <a16:creationId xmlns:a16="http://schemas.microsoft.com/office/drawing/2014/main" id="{437AA770-3C39-2150-A590-7510F4DB9FDA}"/>
              </a:ext>
            </a:extLst>
          </p:cNvPr>
          <p:cNvPicPr>
            <a:picLocks noChangeAspect="1"/>
          </p:cNvPicPr>
          <p:nvPr/>
        </p:nvPicPr>
        <p:blipFill>
          <a:blip r:embed="rId2"/>
          <a:stretch>
            <a:fillRect/>
          </a:stretch>
        </p:blipFill>
        <p:spPr>
          <a:xfrm>
            <a:off x="3070731" y="1320289"/>
            <a:ext cx="6050538" cy="4827022"/>
          </a:xfrm>
          <a:prstGeom prst="rect">
            <a:avLst/>
          </a:prstGeom>
        </p:spPr>
      </p:pic>
    </p:spTree>
    <p:extLst>
      <p:ext uri="{BB962C8B-B14F-4D97-AF65-F5344CB8AC3E}">
        <p14:creationId xmlns:p14="http://schemas.microsoft.com/office/powerpoint/2010/main" val="31048812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00D5A-B448-3750-4F54-C29FBDD0BF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82849A-98FE-0976-B0CE-983CB4F872FD}"/>
              </a:ext>
            </a:extLst>
          </p:cNvPr>
          <p:cNvSpPr>
            <a:spLocks noGrp="1"/>
          </p:cNvSpPr>
          <p:nvPr>
            <p:ph idx="1"/>
          </p:nvPr>
        </p:nvSpPr>
        <p:spPr>
          <a:xfrm>
            <a:off x="838200" y="495300"/>
            <a:ext cx="10515600" cy="5681663"/>
          </a:xfrm>
        </p:spPr>
        <p:txBody>
          <a:bodyPr>
            <a:normAutofit/>
          </a:bodyPr>
          <a:lstStyle/>
          <a:p>
            <a:pPr>
              <a:lnSpc>
                <a:spcPct val="150000"/>
              </a:lnSpc>
            </a:pPr>
            <a:r>
              <a:rPr lang="en-VN" sz="2000" dirty="0"/>
              <a:t>4.2 Kịch bản 1: So sánh hiệu suất các cấu hình khi </a:t>
            </a:r>
            <a:r>
              <a:rPr lang="en-VN" sz="2000" b="1" dirty="0"/>
              <a:t>không</a:t>
            </a:r>
            <a:r>
              <a:rPr lang="en-VN" sz="2000" dirty="0"/>
              <a:t> có dữ liệu tăng cường</a:t>
            </a:r>
          </a:p>
          <a:p>
            <a:pPr>
              <a:lnSpc>
                <a:spcPct val="150000"/>
              </a:lnSpc>
            </a:pPr>
            <a:endParaRPr lang="en-VN" sz="2000" dirty="0"/>
          </a:p>
        </p:txBody>
      </p:sp>
      <p:pic>
        <p:nvPicPr>
          <p:cNvPr id="5" name="Picture 4">
            <a:extLst>
              <a:ext uri="{FF2B5EF4-FFF2-40B4-BE49-F238E27FC236}">
                <a16:creationId xmlns:a16="http://schemas.microsoft.com/office/drawing/2014/main" id="{E2EB23FE-563B-6830-15A1-D3242C783D6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2750" y="1287463"/>
            <a:ext cx="6286500" cy="4889500"/>
          </a:xfrm>
          <a:prstGeom prst="rect">
            <a:avLst/>
          </a:prstGeom>
        </p:spPr>
      </p:pic>
      <p:sp>
        <p:nvSpPr>
          <p:cNvPr id="4" name="TextBox 3">
            <a:extLst>
              <a:ext uri="{FF2B5EF4-FFF2-40B4-BE49-F238E27FC236}">
                <a16:creationId xmlns:a16="http://schemas.microsoft.com/office/drawing/2014/main" id="{5790E384-9FC7-047A-9C55-DC8F53FF2DF6}"/>
              </a:ext>
            </a:extLst>
          </p:cNvPr>
          <p:cNvSpPr txBox="1"/>
          <p:nvPr/>
        </p:nvSpPr>
        <p:spPr>
          <a:xfrm>
            <a:off x="3906981" y="3875809"/>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0,9114</a:t>
            </a:r>
          </a:p>
        </p:txBody>
      </p:sp>
      <p:sp>
        <p:nvSpPr>
          <p:cNvPr id="7" name="TextBox 6">
            <a:extLst>
              <a:ext uri="{FF2B5EF4-FFF2-40B4-BE49-F238E27FC236}">
                <a16:creationId xmlns:a16="http://schemas.microsoft.com/office/drawing/2014/main" id="{92AEEC26-4EA9-B5C7-286B-507CEB1780F3}"/>
              </a:ext>
            </a:extLst>
          </p:cNvPr>
          <p:cNvSpPr txBox="1"/>
          <p:nvPr/>
        </p:nvSpPr>
        <p:spPr>
          <a:xfrm>
            <a:off x="4234295" y="2053936"/>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0,9515</a:t>
            </a:r>
          </a:p>
        </p:txBody>
      </p:sp>
      <p:sp>
        <p:nvSpPr>
          <p:cNvPr id="8" name="TextBox 7">
            <a:extLst>
              <a:ext uri="{FF2B5EF4-FFF2-40B4-BE49-F238E27FC236}">
                <a16:creationId xmlns:a16="http://schemas.microsoft.com/office/drawing/2014/main" id="{7D269BC8-F2A2-CFC8-77E2-3D7D2D69496E}"/>
              </a:ext>
            </a:extLst>
          </p:cNvPr>
          <p:cNvSpPr txBox="1"/>
          <p:nvPr/>
        </p:nvSpPr>
        <p:spPr>
          <a:xfrm>
            <a:off x="5789467" y="3325740"/>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0,9235</a:t>
            </a:r>
          </a:p>
        </p:txBody>
      </p:sp>
      <p:sp>
        <p:nvSpPr>
          <p:cNvPr id="9" name="TextBox 8">
            <a:extLst>
              <a:ext uri="{FF2B5EF4-FFF2-40B4-BE49-F238E27FC236}">
                <a16:creationId xmlns:a16="http://schemas.microsoft.com/office/drawing/2014/main" id="{1EEE041C-0C49-6AA1-6A45-A0D8A74B6900}"/>
              </a:ext>
            </a:extLst>
          </p:cNvPr>
          <p:cNvSpPr txBox="1"/>
          <p:nvPr/>
        </p:nvSpPr>
        <p:spPr>
          <a:xfrm>
            <a:off x="6116782" y="1731818"/>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0,9587</a:t>
            </a:r>
          </a:p>
        </p:txBody>
      </p:sp>
      <p:sp>
        <p:nvSpPr>
          <p:cNvPr id="10" name="TextBox 9">
            <a:extLst>
              <a:ext uri="{FF2B5EF4-FFF2-40B4-BE49-F238E27FC236}">
                <a16:creationId xmlns:a16="http://schemas.microsoft.com/office/drawing/2014/main" id="{819E4098-064D-AD6D-5475-33B59239678A}"/>
              </a:ext>
            </a:extLst>
          </p:cNvPr>
          <p:cNvSpPr txBox="1"/>
          <p:nvPr/>
        </p:nvSpPr>
        <p:spPr>
          <a:xfrm>
            <a:off x="7675417" y="3294567"/>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0,9241</a:t>
            </a:r>
          </a:p>
        </p:txBody>
      </p:sp>
      <p:sp>
        <p:nvSpPr>
          <p:cNvPr id="11" name="TextBox 10">
            <a:extLst>
              <a:ext uri="{FF2B5EF4-FFF2-40B4-BE49-F238E27FC236}">
                <a16:creationId xmlns:a16="http://schemas.microsoft.com/office/drawing/2014/main" id="{20201497-FD6A-0BFA-A6EA-E811380F3242}"/>
              </a:ext>
            </a:extLst>
          </p:cNvPr>
          <p:cNvSpPr txBox="1"/>
          <p:nvPr/>
        </p:nvSpPr>
        <p:spPr>
          <a:xfrm>
            <a:off x="8013122" y="1713303"/>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0,9590</a:t>
            </a:r>
          </a:p>
        </p:txBody>
      </p:sp>
    </p:spTree>
    <p:extLst>
      <p:ext uri="{BB962C8B-B14F-4D97-AF65-F5344CB8AC3E}">
        <p14:creationId xmlns:p14="http://schemas.microsoft.com/office/powerpoint/2010/main" val="28901218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70970-7104-7D9B-0CC2-6E83DC7B44A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2385C8-0F96-6887-9141-1969DCAB1161}"/>
              </a:ext>
            </a:extLst>
          </p:cNvPr>
          <p:cNvSpPr>
            <a:spLocks noGrp="1"/>
          </p:cNvSpPr>
          <p:nvPr>
            <p:ph idx="1"/>
          </p:nvPr>
        </p:nvSpPr>
        <p:spPr>
          <a:xfrm>
            <a:off x="838200" y="495300"/>
            <a:ext cx="10515600" cy="5681663"/>
          </a:xfrm>
        </p:spPr>
        <p:txBody>
          <a:bodyPr>
            <a:normAutofit/>
          </a:bodyPr>
          <a:lstStyle/>
          <a:p>
            <a:pPr>
              <a:lnSpc>
                <a:spcPct val="150000"/>
              </a:lnSpc>
            </a:pPr>
            <a:r>
              <a:rPr lang="en-VN" sz="2000" dirty="0"/>
              <a:t>4.3 Kịch bản 2: So sánh hiệu quả của các phương pháp tăng cường</a:t>
            </a:r>
          </a:p>
          <a:p>
            <a:pPr>
              <a:lnSpc>
                <a:spcPct val="150000"/>
              </a:lnSpc>
            </a:pPr>
            <a:endParaRPr lang="en-VN" sz="2000" dirty="0"/>
          </a:p>
        </p:txBody>
      </p:sp>
      <p:pic>
        <p:nvPicPr>
          <p:cNvPr id="5" name="Picture 4">
            <a:extLst>
              <a:ext uri="{FF2B5EF4-FFF2-40B4-BE49-F238E27FC236}">
                <a16:creationId xmlns:a16="http://schemas.microsoft.com/office/drawing/2014/main" id="{24228509-F88C-6879-8963-F28F0EF2AB47}"/>
              </a:ext>
            </a:extLst>
          </p:cNvPr>
          <p:cNvPicPr>
            <a:picLocks noChangeAspect="1"/>
          </p:cNvPicPr>
          <p:nvPr/>
        </p:nvPicPr>
        <p:blipFill>
          <a:blip r:embed="rId2">
            <a:extLst>
              <a:ext uri="{28A0092B-C50C-407E-A947-70E740481C1C}">
                <a14:useLocalDpi xmlns:a14="http://schemas.microsoft.com/office/drawing/2010/main" val="0"/>
              </a:ext>
            </a:extLst>
          </a:blip>
          <a:srcRect t="1" b="14102"/>
          <a:stretch/>
        </p:blipFill>
        <p:spPr>
          <a:xfrm>
            <a:off x="660400" y="982691"/>
            <a:ext cx="5435600" cy="5380009"/>
          </a:xfrm>
          <a:prstGeom prst="rect">
            <a:avLst/>
          </a:prstGeom>
        </p:spPr>
      </p:pic>
      <p:pic>
        <p:nvPicPr>
          <p:cNvPr id="7" name="Picture 6">
            <a:extLst>
              <a:ext uri="{FF2B5EF4-FFF2-40B4-BE49-F238E27FC236}">
                <a16:creationId xmlns:a16="http://schemas.microsoft.com/office/drawing/2014/main" id="{9BA80A82-EDC0-5161-78A7-40C62B9E9D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9850" y="2983256"/>
            <a:ext cx="5435601" cy="891488"/>
          </a:xfrm>
          <a:prstGeom prst="rect">
            <a:avLst/>
          </a:prstGeom>
        </p:spPr>
      </p:pic>
      <p:pic>
        <p:nvPicPr>
          <p:cNvPr id="9" name="Picture 8">
            <a:extLst>
              <a:ext uri="{FF2B5EF4-FFF2-40B4-BE49-F238E27FC236}">
                <a16:creationId xmlns:a16="http://schemas.microsoft.com/office/drawing/2014/main" id="{7466409D-A452-5F61-3963-0CA44AF749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9850" y="2750808"/>
            <a:ext cx="5435600" cy="247636"/>
          </a:xfrm>
          <a:prstGeom prst="rect">
            <a:avLst/>
          </a:prstGeom>
        </p:spPr>
      </p:pic>
    </p:spTree>
    <p:extLst>
      <p:ext uri="{BB962C8B-B14F-4D97-AF65-F5344CB8AC3E}">
        <p14:creationId xmlns:p14="http://schemas.microsoft.com/office/powerpoint/2010/main" val="14904476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44B44-AE2A-9D7A-41F0-6712C65EA90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A94979-26A3-823B-2F94-0AD5137F3AA0}"/>
              </a:ext>
            </a:extLst>
          </p:cNvPr>
          <p:cNvSpPr>
            <a:spLocks noGrp="1"/>
          </p:cNvSpPr>
          <p:nvPr>
            <p:ph idx="1"/>
          </p:nvPr>
        </p:nvSpPr>
        <p:spPr>
          <a:xfrm>
            <a:off x="838200" y="495300"/>
            <a:ext cx="10515600" cy="5681663"/>
          </a:xfrm>
        </p:spPr>
        <p:txBody>
          <a:bodyPr>
            <a:normAutofit/>
          </a:bodyPr>
          <a:lstStyle/>
          <a:p>
            <a:pPr>
              <a:lnSpc>
                <a:spcPct val="150000"/>
              </a:lnSpc>
            </a:pPr>
            <a:r>
              <a:rPr lang="en-VN" sz="2000" dirty="0"/>
              <a:t>4.3 Kịch bản 2: So sánh hiệu quả của các phương pháp tăng cường</a:t>
            </a:r>
          </a:p>
          <a:p>
            <a:pPr>
              <a:lnSpc>
                <a:spcPct val="150000"/>
              </a:lnSpc>
            </a:pPr>
            <a:endParaRPr lang="en-VN" sz="2000" dirty="0"/>
          </a:p>
        </p:txBody>
      </p:sp>
      <p:pic>
        <p:nvPicPr>
          <p:cNvPr id="4" name="Picture 3">
            <a:extLst>
              <a:ext uri="{FF2B5EF4-FFF2-40B4-BE49-F238E27FC236}">
                <a16:creationId xmlns:a16="http://schemas.microsoft.com/office/drawing/2014/main" id="{3C462773-7F0A-2858-7049-C60C5E1EDF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8450" y="1106248"/>
            <a:ext cx="6515100" cy="5070715"/>
          </a:xfrm>
          <a:prstGeom prst="rect">
            <a:avLst/>
          </a:prstGeom>
        </p:spPr>
      </p:pic>
      <p:sp>
        <p:nvSpPr>
          <p:cNvPr id="5" name="TextBox 4">
            <a:extLst>
              <a:ext uri="{FF2B5EF4-FFF2-40B4-BE49-F238E27FC236}">
                <a16:creationId xmlns:a16="http://schemas.microsoft.com/office/drawing/2014/main" id="{256F0B69-DAB1-7748-5466-FABEBF13992D}"/>
              </a:ext>
            </a:extLst>
          </p:cNvPr>
          <p:cNvSpPr txBox="1"/>
          <p:nvPr/>
        </p:nvSpPr>
        <p:spPr>
          <a:xfrm>
            <a:off x="3373581" y="3820391"/>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0,9241</a:t>
            </a:r>
          </a:p>
        </p:txBody>
      </p:sp>
      <p:sp>
        <p:nvSpPr>
          <p:cNvPr id="6" name="TextBox 5">
            <a:extLst>
              <a:ext uri="{FF2B5EF4-FFF2-40B4-BE49-F238E27FC236}">
                <a16:creationId xmlns:a16="http://schemas.microsoft.com/office/drawing/2014/main" id="{40D12BB2-AD6A-BE6D-73F5-807A16D47E8E}"/>
              </a:ext>
            </a:extLst>
          </p:cNvPr>
          <p:cNvSpPr txBox="1"/>
          <p:nvPr/>
        </p:nvSpPr>
        <p:spPr>
          <a:xfrm>
            <a:off x="3648940" y="1717735"/>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0,9590</a:t>
            </a:r>
          </a:p>
        </p:txBody>
      </p:sp>
      <p:sp>
        <p:nvSpPr>
          <p:cNvPr id="7" name="TextBox 6">
            <a:extLst>
              <a:ext uri="{FF2B5EF4-FFF2-40B4-BE49-F238E27FC236}">
                <a16:creationId xmlns:a16="http://schemas.microsoft.com/office/drawing/2014/main" id="{D0E01756-1C32-3160-424E-973A39CE0E9F}"/>
              </a:ext>
            </a:extLst>
          </p:cNvPr>
          <p:cNvSpPr txBox="1"/>
          <p:nvPr/>
        </p:nvSpPr>
        <p:spPr>
          <a:xfrm>
            <a:off x="4342532" y="3730391"/>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0,9255</a:t>
            </a:r>
          </a:p>
        </p:txBody>
      </p:sp>
      <p:sp>
        <p:nvSpPr>
          <p:cNvPr id="8" name="TextBox 7">
            <a:extLst>
              <a:ext uri="{FF2B5EF4-FFF2-40B4-BE49-F238E27FC236}">
                <a16:creationId xmlns:a16="http://schemas.microsoft.com/office/drawing/2014/main" id="{EBD8DEE6-14F1-3F31-3F1D-2A26AE2C0134}"/>
              </a:ext>
            </a:extLst>
          </p:cNvPr>
          <p:cNvSpPr txBox="1"/>
          <p:nvPr/>
        </p:nvSpPr>
        <p:spPr>
          <a:xfrm>
            <a:off x="4628282" y="1664693"/>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0,9599</a:t>
            </a:r>
          </a:p>
        </p:txBody>
      </p:sp>
      <p:sp>
        <p:nvSpPr>
          <p:cNvPr id="9" name="TextBox 8">
            <a:extLst>
              <a:ext uri="{FF2B5EF4-FFF2-40B4-BE49-F238E27FC236}">
                <a16:creationId xmlns:a16="http://schemas.microsoft.com/office/drawing/2014/main" id="{ECF9291E-B8B4-C0B3-C07D-53584037D4EE}"/>
              </a:ext>
            </a:extLst>
          </p:cNvPr>
          <p:cNvSpPr txBox="1"/>
          <p:nvPr/>
        </p:nvSpPr>
        <p:spPr>
          <a:xfrm>
            <a:off x="5321874" y="3657637"/>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0,9267</a:t>
            </a:r>
          </a:p>
        </p:txBody>
      </p:sp>
      <p:sp>
        <p:nvSpPr>
          <p:cNvPr id="10" name="TextBox 9">
            <a:extLst>
              <a:ext uri="{FF2B5EF4-FFF2-40B4-BE49-F238E27FC236}">
                <a16:creationId xmlns:a16="http://schemas.microsoft.com/office/drawing/2014/main" id="{DA11A253-6E4B-2569-B7E4-1706E30DD2A0}"/>
              </a:ext>
            </a:extLst>
          </p:cNvPr>
          <p:cNvSpPr txBox="1"/>
          <p:nvPr/>
        </p:nvSpPr>
        <p:spPr>
          <a:xfrm>
            <a:off x="5586842" y="1632433"/>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0,9606</a:t>
            </a:r>
          </a:p>
        </p:txBody>
      </p:sp>
      <p:sp>
        <p:nvSpPr>
          <p:cNvPr id="11" name="TextBox 10">
            <a:extLst>
              <a:ext uri="{FF2B5EF4-FFF2-40B4-BE49-F238E27FC236}">
                <a16:creationId xmlns:a16="http://schemas.microsoft.com/office/drawing/2014/main" id="{02313370-00A8-4A23-4DCA-3C23A7D3CE44}"/>
              </a:ext>
            </a:extLst>
          </p:cNvPr>
          <p:cNvSpPr txBox="1"/>
          <p:nvPr/>
        </p:nvSpPr>
        <p:spPr>
          <a:xfrm>
            <a:off x="6301218" y="3782329"/>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0,9247</a:t>
            </a:r>
          </a:p>
        </p:txBody>
      </p:sp>
      <p:sp>
        <p:nvSpPr>
          <p:cNvPr id="12" name="TextBox 11">
            <a:extLst>
              <a:ext uri="{FF2B5EF4-FFF2-40B4-BE49-F238E27FC236}">
                <a16:creationId xmlns:a16="http://schemas.microsoft.com/office/drawing/2014/main" id="{C8784854-AB79-B97E-AB1F-178E88CA70C0}"/>
              </a:ext>
            </a:extLst>
          </p:cNvPr>
          <p:cNvSpPr txBox="1"/>
          <p:nvPr/>
        </p:nvSpPr>
        <p:spPr>
          <a:xfrm>
            <a:off x="6566186" y="1700564"/>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0,9594</a:t>
            </a:r>
          </a:p>
        </p:txBody>
      </p:sp>
      <p:sp>
        <p:nvSpPr>
          <p:cNvPr id="13" name="TextBox 12">
            <a:extLst>
              <a:ext uri="{FF2B5EF4-FFF2-40B4-BE49-F238E27FC236}">
                <a16:creationId xmlns:a16="http://schemas.microsoft.com/office/drawing/2014/main" id="{D8B6CC9F-D0D3-86A5-6109-6F4592BD67D0}"/>
              </a:ext>
            </a:extLst>
          </p:cNvPr>
          <p:cNvSpPr txBox="1"/>
          <p:nvPr/>
        </p:nvSpPr>
        <p:spPr>
          <a:xfrm>
            <a:off x="7261078" y="3668028"/>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0,9265</a:t>
            </a:r>
          </a:p>
        </p:txBody>
      </p:sp>
      <p:sp>
        <p:nvSpPr>
          <p:cNvPr id="14" name="TextBox 13">
            <a:extLst>
              <a:ext uri="{FF2B5EF4-FFF2-40B4-BE49-F238E27FC236}">
                <a16:creationId xmlns:a16="http://schemas.microsoft.com/office/drawing/2014/main" id="{B568FAFA-4A93-D3F7-A6D2-70D27D5B44A8}"/>
              </a:ext>
            </a:extLst>
          </p:cNvPr>
          <p:cNvSpPr txBox="1"/>
          <p:nvPr/>
        </p:nvSpPr>
        <p:spPr>
          <a:xfrm>
            <a:off x="7545528" y="1625527"/>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0,9605</a:t>
            </a:r>
          </a:p>
        </p:txBody>
      </p:sp>
      <p:sp>
        <p:nvSpPr>
          <p:cNvPr id="15" name="TextBox 14">
            <a:extLst>
              <a:ext uri="{FF2B5EF4-FFF2-40B4-BE49-F238E27FC236}">
                <a16:creationId xmlns:a16="http://schemas.microsoft.com/office/drawing/2014/main" id="{7C11BE01-5D13-35BC-4623-2221F6C05D1E}"/>
              </a:ext>
            </a:extLst>
          </p:cNvPr>
          <p:cNvSpPr txBox="1"/>
          <p:nvPr/>
        </p:nvSpPr>
        <p:spPr>
          <a:xfrm>
            <a:off x="8239120" y="3631214"/>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0,9271</a:t>
            </a:r>
          </a:p>
        </p:txBody>
      </p:sp>
      <p:sp>
        <p:nvSpPr>
          <p:cNvPr id="16" name="TextBox 15">
            <a:extLst>
              <a:ext uri="{FF2B5EF4-FFF2-40B4-BE49-F238E27FC236}">
                <a16:creationId xmlns:a16="http://schemas.microsoft.com/office/drawing/2014/main" id="{2D02AF15-DC4F-021F-0058-8F208F1BB8D5}"/>
              </a:ext>
            </a:extLst>
          </p:cNvPr>
          <p:cNvSpPr txBox="1"/>
          <p:nvPr/>
        </p:nvSpPr>
        <p:spPr>
          <a:xfrm>
            <a:off x="8524870" y="1603658"/>
            <a:ext cx="592283" cy="253916"/>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0,9609</a:t>
            </a:r>
          </a:p>
        </p:txBody>
      </p:sp>
    </p:spTree>
    <p:extLst>
      <p:ext uri="{BB962C8B-B14F-4D97-AF65-F5344CB8AC3E}">
        <p14:creationId xmlns:p14="http://schemas.microsoft.com/office/powerpoint/2010/main" val="29148246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12F28-B2CE-FC38-2506-ED9FD89E272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20A4DB-411B-BE89-12B2-41363286D1A2}"/>
              </a:ext>
            </a:extLst>
          </p:cNvPr>
          <p:cNvSpPr>
            <a:spLocks noGrp="1"/>
          </p:cNvSpPr>
          <p:nvPr>
            <p:ph idx="1"/>
          </p:nvPr>
        </p:nvSpPr>
        <p:spPr>
          <a:xfrm>
            <a:off x="838200" y="495300"/>
            <a:ext cx="10515600" cy="5681663"/>
          </a:xfrm>
        </p:spPr>
        <p:txBody>
          <a:bodyPr>
            <a:normAutofit/>
          </a:bodyPr>
          <a:lstStyle/>
          <a:p>
            <a:pPr>
              <a:lnSpc>
                <a:spcPct val="150000"/>
              </a:lnSpc>
            </a:pPr>
            <a:r>
              <a:rPr lang="en-VN" sz="2000" dirty="0"/>
              <a:t>4.4 Kịch bản 3: So sánh hiệu suất các cấu hình khi </a:t>
            </a:r>
            <a:r>
              <a:rPr lang="en-VN" sz="2000" b="1" dirty="0"/>
              <a:t>có</a:t>
            </a:r>
            <a:r>
              <a:rPr lang="en-VN" sz="2000" dirty="0"/>
              <a:t> dữ liệu tăng cường</a:t>
            </a:r>
          </a:p>
          <a:p>
            <a:pPr>
              <a:lnSpc>
                <a:spcPct val="150000"/>
              </a:lnSpc>
            </a:pPr>
            <a:endParaRPr lang="en-VN" sz="2000" dirty="0"/>
          </a:p>
        </p:txBody>
      </p:sp>
      <p:pic>
        <p:nvPicPr>
          <p:cNvPr id="7" name="Picture 6">
            <a:extLst>
              <a:ext uri="{FF2B5EF4-FFF2-40B4-BE49-F238E27FC236}">
                <a16:creationId xmlns:a16="http://schemas.microsoft.com/office/drawing/2014/main" id="{DDC0C99F-D818-F6C7-C165-274DAB1464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4825" y="1298483"/>
            <a:ext cx="6102350" cy="4878480"/>
          </a:xfrm>
          <a:prstGeom prst="rect">
            <a:avLst/>
          </a:prstGeom>
        </p:spPr>
      </p:pic>
    </p:spTree>
    <p:extLst>
      <p:ext uri="{BB962C8B-B14F-4D97-AF65-F5344CB8AC3E}">
        <p14:creationId xmlns:p14="http://schemas.microsoft.com/office/powerpoint/2010/main" val="13404428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D3BD9-4B13-4D98-D38B-139D2EFB1BC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C02BF3-100F-35E8-BE4C-04E622B56FC9}"/>
              </a:ext>
            </a:extLst>
          </p:cNvPr>
          <p:cNvSpPr>
            <a:spLocks noGrp="1"/>
          </p:cNvSpPr>
          <p:nvPr>
            <p:ph idx="1"/>
          </p:nvPr>
        </p:nvSpPr>
        <p:spPr>
          <a:xfrm>
            <a:off x="838200" y="495300"/>
            <a:ext cx="10515600" cy="5681663"/>
          </a:xfrm>
        </p:spPr>
        <p:txBody>
          <a:bodyPr>
            <a:normAutofit/>
          </a:bodyPr>
          <a:lstStyle/>
          <a:p>
            <a:pPr>
              <a:lnSpc>
                <a:spcPct val="150000"/>
              </a:lnSpc>
            </a:pPr>
            <a:r>
              <a:rPr lang="en-VN" sz="2000" dirty="0"/>
              <a:t>4.4 Kịch bản 3: So sánh hiệu suất các cấu hình khi </a:t>
            </a:r>
            <a:r>
              <a:rPr lang="en-VN" sz="2000" b="1" dirty="0"/>
              <a:t>có</a:t>
            </a:r>
            <a:r>
              <a:rPr lang="en-VN" sz="2000" dirty="0"/>
              <a:t> dữ liệu tăng cường</a:t>
            </a:r>
          </a:p>
          <a:p>
            <a:pPr>
              <a:lnSpc>
                <a:spcPct val="150000"/>
              </a:lnSpc>
            </a:pPr>
            <a:endParaRPr lang="en-VN" sz="2000" dirty="0"/>
          </a:p>
        </p:txBody>
      </p:sp>
      <p:pic>
        <p:nvPicPr>
          <p:cNvPr id="5" name="Picture 4">
            <a:extLst>
              <a:ext uri="{FF2B5EF4-FFF2-40B4-BE49-F238E27FC236}">
                <a16:creationId xmlns:a16="http://schemas.microsoft.com/office/drawing/2014/main" id="{167D1A90-73D7-552F-D7B7-DE7E546B27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5678" y="1160463"/>
            <a:ext cx="6460643" cy="5016500"/>
          </a:xfrm>
          <a:prstGeom prst="rect">
            <a:avLst/>
          </a:prstGeom>
        </p:spPr>
      </p:pic>
      <p:sp>
        <p:nvSpPr>
          <p:cNvPr id="2" name="TextBox 1">
            <a:extLst>
              <a:ext uri="{FF2B5EF4-FFF2-40B4-BE49-F238E27FC236}">
                <a16:creationId xmlns:a16="http://schemas.microsoft.com/office/drawing/2014/main" id="{BDDA2EDE-7E5A-41AC-195B-AC934B57CBA3}"/>
              </a:ext>
            </a:extLst>
          </p:cNvPr>
          <p:cNvSpPr txBox="1"/>
          <p:nvPr/>
        </p:nvSpPr>
        <p:spPr>
          <a:xfrm>
            <a:off x="3633353" y="3547540"/>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0,9154</a:t>
            </a:r>
          </a:p>
        </p:txBody>
      </p:sp>
      <p:sp>
        <p:nvSpPr>
          <p:cNvPr id="4" name="TextBox 3">
            <a:extLst>
              <a:ext uri="{FF2B5EF4-FFF2-40B4-BE49-F238E27FC236}">
                <a16:creationId xmlns:a16="http://schemas.microsoft.com/office/drawing/2014/main" id="{75C5CD8B-3F6C-7C83-2776-745A808831DD}"/>
              </a:ext>
            </a:extLst>
          </p:cNvPr>
          <p:cNvSpPr txBox="1"/>
          <p:nvPr/>
        </p:nvSpPr>
        <p:spPr>
          <a:xfrm>
            <a:off x="4132117" y="3737931"/>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0,9114</a:t>
            </a:r>
          </a:p>
        </p:txBody>
      </p:sp>
      <p:sp>
        <p:nvSpPr>
          <p:cNvPr id="6" name="TextBox 5">
            <a:extLst>
              <a:ext uri="{FF2B5EF4-FFF2-40B4-BE49-F238E27FC236}">
                <a16:creationId xmlns:a16="http://schemas.microsoft.com/office/drawing/2014/main" id="{95E92D47-603F-3BB4-3018-48DBCACEB99B}"/>
              </a:ext>
            </a:extLst>
          </p:cNvPr>
          <p:cNvSpPr txBox="1"/>
          <p:nvPr/>
        </p:nvSpPr>
        <p:spPr>
          <a:xfrm>
            <a:off x="3887930" y="1773381"/>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0,9539</a:t>
            </a:r>
          </a:p>
        </p:txBody>
      </p:sp>
      <p:sp>
        <p:nvSpPr>
          <p:cNvPr id="7" name="TextBox 6">
            <a:extLst>
              <a:ext uri="{FF2B5EF4-FFF2-40B4-BE49-F238E27FC236}">
                <a16:creationId xmlns:a16="http://schemas.microsoft.com/office/drawing/2014/main" id="{83314E02-453F-7E4F-BE92-1AD8D284457F}"/>
              </a:ext>
            </a:extLst>
          </p:cNvPr>
          <p:cNvSpPr txBox="1"/>
          <p:nvPr/>
        </p:nvSpPr>
        <p:spPr>
          <a:xfrm>
            <a:off x="4388425" y="1884722"/>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0,9515</a:t>
            </a:r>
          </a:p>
        </p:txBody>
      </p:sp>
      <p:sp>
        <p:nvSpPr>
          <p:cNvPr id="8" name="TextBox 7">
            <a:extLst>
              <a:ext uri="{FF2B5EF4-FFF2-40B4-BE49-F238E27FC236}">
                <a16:creationId xmlns:a16="http://schemas.microsoft.com/office/drawing/2014/main" id="{5D924F3C-3E06-22E7-A722-BDCE017404FC}"/>
              </a:ext>
            </a:extLst>
          </p:cNvPr>
          <p:cNvSpPr txBox="1"/>
          <p:nvPr/>
        </p:nvSpPr>
        <p:spPr>
          <a:xfrm>
            <a:off x="5555671" y="2926773"/>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0,9290</a:t>
            </a:r>
          </a:p>
        </p:txBody>
      </p:sp>
      <p:sp>
        <p:nvSpPr>
          <p:cNvPr id="9" name="TextBox 8">
            <a:extLst>
              <a:ext uri="{FF2B5EF4-FFF2-40B4-BE49-F238E27FC236}">
                <a16:creationId xmlns:a16="http://schemas.microsoft.com/office/drawing/2014/main" id="{834CEBB8-C12E-DE80-7C96-CE5BCD6A1EFF}"/>
              </a:ext>
            </a:extLst>
          </p:cNvPr>
          <p:cNvSpPr txBox="1"/>
          <p:nvPr/>
        </p:nvSpPr>
        <p:spPr>
          <a:xfrm>
            <a:off x="6056166" y="3189070"/>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0,9235</a:t>
            </a:r>
          </a:p>
        </p:txBody>
      </p:sp>
      <p:sp>
        <p:nvSpPr>
          <p:cNvPr id="10" name="TextBox 9">
            <a:extLst>
              <a:ext uri="{FF2B5EF4-FFF2-40B4-BE49-F238E27FC236}">
                <a16:creationId xmlns:a16="http://schemas.microsoft.com/office/drawing/2014/main" id="{507E507C-6CFD-350A-A46C-026AA35BBFB4}"/>
              </a:ext>
            </a:extLst>
          </p:cNvPr>
          <p:cNvSpPr txBox="1"/>
          <p:nvPr/>
        </p:nvSpPr>
        <p:spPr>
          <a:xfrm>
            <a:off x="5810248" y="1409700"/>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0,9619</a:t>
            </a:r>
          </a:p>
        </p:txBody>
      </p:sp>
      <p:sp>
        <p:nvSpPr>
          <p:cNvPr id="11" name="TextBox 10">
            <a:extLst>
              <a:ext uri="{FF2B5EF4-FFF2-40B4-BE49-F238E27FC236}">
                <a16:creationId xmlns:a16="http://schemas.microsoft.com/office/drawing/2014/main" id="{153B4AD5-45D4-1E77-EBC4-CCF29031A577}"/>
              </a:ext>
            </a:extLst>
          </p:cNvPr>
          <p:cNvSpPr txBox="1"/>
          <p:nvPr/>
        </p:nvSpPr>
        <p:spPr>
          <a:xfrm>
            <a:off x="6312474" y="1568087"/>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0,9587</a:t>
            </a:r>
          </a:p>
        </p:txBody>
      </p:sp>
      <p:sp>
        <p:nvSpPr>
          <p:cNvPr id="12" name="TextBox 11">
            <a:extLst>
              <a:ext uri="{FF2B5EF4-FFF2-40B4-BE49-F238E27FC236}">
                <a16:creationId xmlns:a16="http://schemas.microsoft.com/office/drawing/2014/main" id="{28D2C29E-447F-4DCD-90FD-AFC7C475C54F}"/>
              </a:ext>
            </a:extLst>
          </p:cNvPr>
          <p:cNvSpPr txBox="1"/>
          <p:nvPr/>
        </p:nvSpPr>
        <p:spPr>
          <a:xfrm>
            <a:off x="7477364" y="3019461"/>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0,9271</a:t>
            </a:r>
          </a:p>
        </p:txBody>
      </p:sp>
      <p:sp>
        <p:nvSpPr>
          <p:cNvPr id="13" name="TextBox 12">
            <a:extLst>
              <a:ext uri="{FF2B5EF4-FFF2-40B4-BE49-F238E27FC236}">
                <a16:creationId xmlns:a16="http://schemas.microsoft.com/office/drawing/2014/main" id="{BD4EBB7C-B039-4125-058D-8FDF5FF64D23}"/>
              </a:ext>
            </a:extLst>
          </p:cNvPr>
          <p:cNvSpPr txBox="1"/>
          <p:nvPr/>
        </p:nvSpPr>
        <p:spPr>
          <a:xfrm>
            <a:off x="7977859" y="3151025"/>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0,9241</a:t>
            </a:r>
          </a:p>
        </p:txBody>
      </p:sp>
      <p:sp>
        <p:nvSpPr>
          <p:cNvPr id="14" name="TextBox 13">
            <a:extLst>
              <a:ext uri="{FF2B5EF4-FFF2-40B4-BE49-F238E27FC236}">
                <a16:creationId xmlns:a16="http://schemas.microsoft.com/office/drawing/2014/main" id="{5748FF5A-1FD7-89E3-4838-ED6A5C252DD7}"/>
              </a:ext>
            </a:extLst>
          </p:cNvPr>
          <p:cNvSpPr txBox="1"/>
          <p:nvPr/>
        </p:nvSpPr>
        <p:spPr>
          <a:xfrm>
            <a:off x="8234167" y="1547305"/>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0,9590</a:t>
            </a:r>
          </a:p>
        </p:txBody>
      </p:sp>
      <p:sp>
        <p:nvSpPr>
          <p:cNvPr id="15" name="TextBox 14">
            <a:extLst>
              <a:ext uri="{FF2B5EF4-FFF2-40B4-BE49-F238E27FC236}">
                <a16:creationId xmlns:a16="http://schemas.microsoft.com/office/drawing/2014/main" id="{C7C2843A-16EA-BC51-DEA5-AD87CD0E2A88}"/>
              </a:ext>
            </a:extLst>
          </p:cNvPr>
          <p:cNvSpPr txBox="1"/>
          <p:nvPr/>
        </p:nvSpPr>
        <p:spPr>
          <a:xfrm>
            <a:off x="7734296" y="1457305"/>
            <a:ext cx="592283" cy="246221"/>
          </a:xfrm>
          <a:prstGeom prst="rect">
            <a:avLst/>
          </a:prstGeom>
          <a:noFill/>
        </p:spPr>
        <p:txBody>
          <a:bodyPr wrap="square" rtlCol="0">
            <a:spAutoFit/>
          </a:bodyPr>
          <a:lstStyle/>
          <a:p>
            <a:r>
              <a:rPr lang="en-VN" sz="1000" dirty="0">
                <a:latin typeface="Times New Roman" panose="02020603050405020304" pitchFamily="18" charset="0"/>
                <a:cs typeface="Times New Roman" panose="02020603050405020304" pitchFamily="18" charset="0"/>
              </a:rPr>
              <a:t>0,9609</a:t>
            </a:r>
          </a:p>
        </p:txBody>
      </p:sp>
    </p:spTree>
    <p:extLst>
      <p:ext uri="{BB962C8B-B14F-4D97-AF65-F5344CB8AC3E}">
        <p14:creationId xmlns:p14="http://schemas.microsoft.com/office/powerpoint/2010/main" val="16408321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402FD-B53A-BFBA-B849-9B35791478F4}"/>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4475CCC-54DE-4661-BF3E-3912E3DB9481}"/>
              </a:ext>
            </a:extLst>
          </p:cNvPr>
          <p:cNvPicPr>
            <a:picLocks noGrp="1" noChangeAspect="1"/>
          </p:cNvPicPr>
          <p:nvPr>
            <p:ph idx="4294967295"/>
          </p:nvPr>
        </p:nvPicPr>
        <p:blipFill>
          <a:blip r:embed="rId2" cstate="print">
            <a:extLst>
              <a:ext uri="{28A0092B-C50C-407E-A947-70E740481C1C}">
                <a14:useLocalDpi xmlns:a14="http://schemas.microsoft.com/office/drawing/2010/main" val="0"/>
              </a:ext>
            </a:extLst>
          </a:blip>
          <a:stretch>
            <a:fillRect/>
          </a:stretch>
        </p:blipFill>
        <p:spPr>
          <a:xfrm>
            <a:off x="2759075" y="211138"/>
            <a:ext cx="6673850" cy="6207125"/>
          </a:xfrm>
          <a:prstGeom prst="rect">
            <a:avLst/>
          </a:prstGeom>
        </p:spPr>
      </p:pic>
    </p:spTree>
    <p:extLst>
      <p:ext uri="{BB962C8B-B14F-4D97-AF65-F5344CB8AC3E}">
        <p14:creationId xmlns:p14="http://schemas.microsoft.com/office/powerpoint/2010/main" val="36512549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8AA87-9552-2975-704D-34DB0856876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D791A9-4E11-218A-08F5-06D72074A4C2}"/>
              </a:ext>
            </a:extLst>
          </p:cNvPr>
          <p:cNvSpPr>
            <a:spLocks noGrp="1"/>
          </p:cNvSpPr>
          <p:nvPr>
            <p:ph idx="1"/>
          </p:nvPr>
        </p:nvSpPr>
        <p:spPr>
          <a:xfrm>
            <a:off x="838200" y="495300"/>
            <a:ext cx="10515600" cy="5681663"/>
          </a:xfrm>
        </p:spPr>
        <p:txBody>
          <a:bodyPr>
            <a:normAutofit/>
          </a:bodyPr>
          <a:lstStyle/>
          <a:p>
            <a:pPr>
              <a:lnSpc>
                <a:spcPct val="150000"/>
              </a:lnSpc>
            </a:pPr>
            <a:r>
              <a:rPr lang="en-VN" sz="2000" dirty="0"/>
              <a:t>4.4 Hiệu suất phân đoạn khi </a:t>
            </a:r>
            <a:r>
              <a:rPr lang="en-VN" sz="2000" b="1" dirty="0"/>
              <a:t>có</a:t>
            </a:r>
            <a:r>
              <a:rPr lang="en-VN" sz="2000" dirty="0"/>
              <a:t> dữ liệu tăng cường</a:t>
            </a:r>
          </a:p>
          <a:p>
            <a:pPr>
              <a:lnSpc>
                <a:spcPct val="150000"/>
              </a:lnSpc>
            </a:pPr>
            <a:endParaRPr lang="en-VN" sz="2000" dirty="0"/>
          </a:p>
        </p:txBody>
      </p:sp>
      <p:sp>
        <p:nvSpPr>
          <p:cNvPr id="10" name="TextBox 9">
            <a:extLst>
              <a:ext uri="{FF2B5EF4-FFF2-40B4-BE49-F238E27FC236}">
                <a16:creationId xmlns:a16="http://schemas.microsoft.com/office/drawing/2014/main" id="{EC425FFF-FB65-6F18-879B-0F8DDA9CCCA8}"/>
              </a:ext>
            </a:extLst>
          </p:cNvPr>
          <p:cNvSpPr txBox="1"/>
          <p:nvPr/>
        </p:nvSpPr>
        <p:spPr>
          <a:xfrm>
            <a:off x="1905000" y="5969000"/>
            <a:ext cx="184731" cy="369332"/>
          </a:xfrm>
          <a:prstGeom prst="rect">
            <a:avLst/>
          </a:prstGeom>
          <a:noFill/>
        </p:spPr>
        <p:txBody>
          <a:bodyPr wrap="none" rtlCol="0">
            <a:spAutoFit/>
          </a:bodyPr>
          <a:lstStyle/>
          <a:p>
            <a:endParaRPr lang="en-VN" dirty="0"/>
          </a:p>
        </p:txBody>
      </p:sp>
      <p:sp>
        <p:nvSpPr>
          <p:cNvPr id="11" name="Content Placeholder 2">
            <a:extLst>
              <a:ext uri="{FF2B5EF4-FFF2-40B4-BE49-F238E27FC236}">
                <a16:creationId xmlns:a16="http://schemas.microsoft.com/office/drawing/2014/main" id="{B3763AD2-6C50-2513-A8DD-3357E7305769}"/>
              </a:ext>
            </a:extLst>
          </p:cNvPr>
          <p:cNvSpPr txBox="1">
            <a:spLocks/>
          </p:cNvSpPr>
          <p:nvPr/>
        </p:nvSpPr>
        <p:spPr>
          <a:xfrm>
            <a:off x="527049" y="5443422"/>
            <a:ext cx="2839605" cy="614363"/>
          </a:xfrm>
          <a:prstGeom prst="rect">
            <a:avLst/>
          </a:prstGeom>
        </p:spPr>
        <p:txBody>
          <a:bodyPr vert="horz" lIns="91440" tIns="45720" rIns="91440" bIns="45720" rtlCol="0">
            <a:normAutofit/>
          </a:bodyPr>
          <a:lstStyle>
            <a:lvl1pPr marL="0" indent="0" algn="just" defTabSz="914400" rtl="0" eaLnBrk="1" latinLnBrk="0" hangingPunct="1">
              <a:lnSpc>
                <a:spcPct val="100000"/>
              </a:lnSpc>
              <a:spcBef>
                <a:spcPts val="12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1pPr>
            <a:lvl2pPr marL="457200" indent="0" algn="just" defTabSz="914400" rtl="0" eaLnBrk="1" latinLnBrk="0" hangingPunct="1">
              <a:lnSpc>
                <a:spcPct val="100000"/>
              </a:lnSpc>
              <a:spcBef>
                <a:spcPts val="5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2pPr>
            <a:lvl3pPr marL="914400" indent="0" algn="just"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Readex Pro" pitchFamily="2" charset="-78"/>
                <a:ea typeface="+mn-ea"/>
                <a:cs typeface="Readex Pro" pitchFamily="2" charset="-78"/>
              </a:defRPr>
            </a:lvl3pPr>
            <a:lvl4pPr marL="13716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4pPr>
            <a:lvl5pPr marL="18288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50000"/>
              </a:lnSpc>
            </a:pPr>
            <a:r>
              <a:rPr lang="en-VN" sz="1800" dirty="0"/>
              <a:t>UNet3+ nguyên bản</a:t>
            </a:r>
          </a:p>
          <a:p>
            <a:pPr algn="ctr">
              <a:lnSpc>
                <a:spcPct val="150000"/>
              </a:lnSpc>
            </a:pPr>
            <a:endParaRPr lang="en-VN" sz="1800" dirty="0"/>
          </a:p>
        </p:txBody>
      </p:sp>
      <p:sp>
        <p:nvSpPr>
          <p:cNvPr id="12" name="Content Placeholder 2">
            <a:extLst>
              <a:ext uri="{FF2B5EF4-FFF2-40B4-BE49-F238E27FC236}">
                <a16:creationId xmlns:a16="http://schemas.microsoft.com/office/drawing/2014/main" id="{CE9D9805-F36F-8009-330F-16BB96A31E90}"/>
              </a:ext>
            </a:extLst>
          </p:cNvPr>
          <p:cNvSpPr txBox="1">
            <a:spLocks/>
          </p:cNvSpPr>
          <p:nvPr/>
        </p:nvSpPr>
        <p:spPr>
          <a:xfrm>
            <a:off x="8048802" y="5517474"/>
            <a:ext cx="3876497" cy="614363"/>
          </a:xfrm>
          <a:prstGeom prst="rect">
            <a:avLst/>
          </a:prstGeom>
        </p:spPr>
        <p:txBody>
          <a:bodyPr vert="horz" lIns="91440" tIns="45720" rIns="91440" bIns="45720" rtlCol="0">
            <a:normAutofit/>
          </a:bodyPr>
          <a:lstStyle>
            <a:lvl1pPr marL="0" indent="0" algn="just" defTabSz="914400" rtl="0" eaLnBrk="1" latinLnBrk="0" hangingPunct="1">
              <a:lnSpc>
                <a:spcPct val="100000"/>
              </a:lnSpc>
              <a:spcBef>
                <a:spcPts val="12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1pPr>
            <a:lvl2pPr marL="457200" indent="0" algn="just" defTabSz="914400" rtl="0" eaLnBrk="1" latinLnBrk="0" hangingPunct="1">
              <a:lnSpc>
                <a:spcPct val="100000"/>
              </a:lnSpc>
              <a:spcBef>
                <a:spcPts val="5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2pPr>
            <a:lvl3pPr marL="914400" indent="0" algn="just"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Readex Pro" pitchFamily="2" charset="-78"/>
                <a:ea typeface="+mn-ea"/>
                <a:cs typeface="Readex Pro" pitchFamily="2" charset="-78"/>
              </a:defRPr>
            </a:lvl3pPr>
            <a:lvl4pPr marL="13716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4pPr>
            <a:lvl5pPr marL="18288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50000"/>
              </a:lnSpc>
            </a:pPr>
            <a:r>
              <a:rPr lang="en-VN" sz="1800" dirty="0"/>
              <a:t>UNet3+ kết hợp SE-ResNeXt50</a:t>
            </a:r>
          </a:p>
          <a:p>
            <a:pPr algn="ctr">
              <a:lnSpc>
                <a:spcPct val="150000"/>
              </a:lnSpc>
            </a:pPr>
            <a:endParaRPr lang="en-VN" sz="1800" dirty="0"/>
          </a:p>
        </p:txBody>
      </p:sp>
      <p:sp>
        <p:nvSpPr>
          <p:cNvPr id="13" name="Content Placeholder 2">
            <a:extLst>
              <a:ext uri="{FF2B5EF4-FFF2-40B4-BE49-F238E27FC236}">
                <a16:creationId xmlns:a16="http://schemas.microsoft.com/office/drawing/2014/main" id="{28271BFD-4844-46C5-B137-8B7835DAEC49}"/>
              </a:ext>
            </a:extLst>
          </p:cNvPr>
          <p:cNvSpPr txBox="1">
            <a:spLocks/>
          </p:cNvSpPr>
          <p:nvPr/>
        </p:nvSpPr>
        <p:spPr>
          <a:xfrm>
            <a:off x="4390091" y="5506922"/>
            <a:ext cx="3073169" cy="614363"/>
          </a:xfrm>
          <a:prstGeom prst="rect">
            <a:avLst/>
          </a:prstGeom>
        </p:spPr>
        <p:txBody>
          <a:bodyPr vert="horz" lIns="91440" tIns="45720" rIns="91440" bIns="45720" rtlCol="0">
            <a:normAutofit/>
          </a:bodyPr>
          <a:lstStyle>
            <a:lvl1pPr marL="0" indent="0" algn="just" defTabSz="914400" rtl="0" eaLnBrk="1" latinLnBrk="0" hangingPunct="1">
              <a:lnSpc>
                <a:spcPct val="100000"/>
              </a:lnSpc>
              <a:spcBef>
                <a:spcPts val="12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1pPr>
            <a:lvl2pPr marL="457200" indent="0" algn="just" defTabSz="914400" rtl="0" eaLnBrk="1" latinLnBrk="0" hangingPunct="1">
              <a:lnSpc>
                <a:spcPct val="100000"/>
              </a:lnSpc>
              <a:spcBef>
                <a:spcPts val="5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2pPr>
            <a:lvl3pPr marL="914400" indent="0" algn="just"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Readex Pro" pitchFamily="2" charset="-78"/>
                <a:ea typeface="+mn-ea"/>
                <a:cs typeface="Readex Pro" pitchFamily="2" charset="-78"/>
              </a:defRPr>
            </a:lvl3pPr>
            <a:lvl4pPr marL="13716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4pPr>
            <a:lvl5pPr marL="18288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50000"/>
              </a:lnSpc>
            </a:pPr>
            <a:r>
              <a:rPr lang="en-VN" sz="1800" dirty="0"/>
              <a:t>UNet3+ kết hợp ResNet50</a:t>
            </a:r>
          </a:p>
          <a:p>
            <a:pPr algn="ctr">
              <a:lnSpc>
                <a:spcPct val="150000"/>
              </a:lnSpc>
            </a:pPr>
            <a:endParaRPr lang="en-VN" sz="1800" dirty="0"/>
          </a:p>
        </p:txBody>
      </p:sp>
      <p:pic>
        <p:nvPicPr>
          <p:cNvPr id="15" name="Picture 14">
            <a:extLst>
              <a:ext uri="{FF2B5EF4-FFF2-40B4-BE49-F238E27FC236}">
                <a16:creationId xmlns:a16="http://schemas.microsoft.com/office/drawing/2014/main" id="{72EF4E42-FB80-05AC-7687-6C0DF3BDA3E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20409" y="2046883"/>
            <a:ext cx="3923265" cy="3132000"/>
          </a:xfrm>
          <a:prstGeom prst="rect">
            <a:avLst/>
          </a:prstGeom>
        </p:spPr>
      </p:pic>
      <p:pic>
        <p:nvPicPr>
          <p:cNvPr id="17" name="Picture 16">
            <a:extLst>
              <a:ext uri="{FF2B5EF4-FFF2-40B4-BE49-F238E27FC236}">
                <a16:creationId xmlns:a16="http://schemas.microsoft.com/office/drawing/2014/main" id="{9FA38FB4-1EE0-9692-08E9-485BBD6F11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43198" y="2046882"/>
            <a:ext cx="3905604" cy="3132000"/>
          </a:xfrm>
          <a:prstGeom prst="rect">
            <a:avLst/>
          </a:prstGeom>
        </p:spPr>
      </p:pic>
      <p:pic>
        <p:nvPicPr>
          <p:cNvPr id="19" name="Picture 18">
            <a:extLst>
              <a:ext uri="{FF2B5EF4-FFF2-40B4-BE49-F238E27FC236}">
                <a16:creationId xmlns:a16="http://schemas.microsoft.com/office/drawing/2014/main" id="{FD3878B5-2445-892F-257A-97671C4CEDF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4931" y="2043380"/>
            <a:ext cx="3899688" cy="3132000"/>
          </a:xfrm>
          <a:prstGeom prst="rect">
            <a:avLst/>
          </a:prstGeom>
        </p:spPr>
      </p:pic>
    </p:spTree>
    <p:extLst>
      <p:ext uri="{BB962C8B-B14F-4D97-AF65-F5344CB8AC3E}">
        <p14:creationId xmlns:p14="http://schemas.microsoft.com/office/powerpoint/2010/main" val="34302982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287D6-20BB-3844-7EFC-5F998DA435CF}"/>
            </a:ext>
          </a:extLst>
        </p:cNvPr>
        <p:cNvGrpSpPr/>
        <p:nvPr/>
      </p:nvGrpSpPr>
      <p:grpSpPr>
        <a:xfrm>
          <a:off x="0" y="0"/>
          <a:ext cx="0" cy="0"/>
          <a:chOff x="0" y="0"/>
          <a:chExt cx="0" cy="0"/>
        </a:xfrm>
      </p:grpSpPr>
      <p:pic>
        <p:nvPicPr>
          <p:cNvPr id="14" name="Content Placeholder 13">
            <a:extLst>
              <a:ext uri="{FF2B5EF4-FFF2-40B4-BE49-F238E27FC236}">
                <a16:creationId xmlns:a16="http://schemas.microsoft.com/office/drawing/2014/main" id="{C61FAE53-6131-E0DF-D4F0-490494908D5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039221" y="656671"/>
            <a:ext cx="5632821" cy="5681662"/>
          </a:xfrm>
        </p:spPr>
      </p:pic>
      <p:sp>
        <p:nvSpPr>
          <p:cNvPr id="10" name="TextBox 9">
            <a:extLst>
              <a:ext uri="{FF2B5EF4-FFF2-40B4-BE49-F238E27FC236}">
                <a16:creationId xmlns:a16="http://schemas.microsoft.com/office/drawing/2014/main" id="{9E54B0D2-FE0C-C12D-3590-533750354A2F}"/>
              </a:ext>
            </a:extLst>
          </p:cNvPr>
          <p:cNvSpPr txBox="1"/>
          <p:nvPr/>
        </p:nvSpPr>
        <p:spPr>
          <a:xfrm>
            <a:off x="1905000" y="5969000"/>
            <a:ext cx="184731" cy="369332"/>
          </a:xfrm>
          <a:prstGeom prst="rect">
            <a:avLst/>
          </a:prstGeom>
          <a:noFill/>
        </p:spPr>
        <p:txBody>
          <a:bodyPr wrap="none" rtlCol="0">
            <a:spAutoFit/>
          </a:bodyPr>
          <a:lstStyle/>
          <a:p>
            <a:endParaRPr lang="en-VN" dirty="0"/>
          </a:p>
        </p:txBody>
      </p:sp>
      <p:sp>
        <p:nvSpPr>
          <p:cNvPr id="2" name="Content Placeholder 2">
            <a:extLst>
              <a:ext uri="{FF2B5EF4-FFF2-40B4-BE49-F238E27FC236}">
                <a16:creationId xmlns:a16="http://schemas.microsoft.com/office/drawing/2014/main" id="{61CDBBFF-D93F-A38C-1FE2-C45FE32BEB2C}"/>
              </a:ext>
            </a:extLst>
          </p:cNvPr>
          <p:cNvSpPr txBox="1">
            <a:spLocks/>
          </p:cNvSpPr>
          <p:nvPr/>
        </p:nvSpPr>
        <p:spPr>
          <a:xfrm>
            <a:off x="597831" y="0"/>
            <a:ext cx="10515600" cy="5681663"/>
          </a:xfrm>
          <a:prstGeom prst="rect">
            <a:avLst/>
          </a:prstGeom>
        </p:spPr>
        <p:txBody>
          <a:bodyPr vert="horz" lIns="91440" tIns="45720" rIns="91440" bIns="45720" rtlCol="0">
            <a:normAutofit/>
          </a:bodyPr>
          <a:lstStyle>
            <a:lvl1pPr marL="0" indent="0" algn="just" defTabSz="914400" rtl="0" eaLnBrk="1" latinLnBrk="0" hangingPunct="1">
              <a:lnSpc>
                <a:spcPct val="100000"/>
              </a:lnSpc>
              <a:spcBef>
                <a:spcPts val="12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1pPr>
            <a:lvl2pPr marL="457200" indent="0" algn="just" defTabSz="914400" rtl="0" eaLnBrk="1" latinLnBrk="0" hangingPunct="1">
              <a:lnSpc>
                <a:spcPct val="100000"/>
              </a:lnSpc>
              <a:spcBef>
                <a:spcPts val="500"/>
              </a:spcBef>
              <a:buFont typeface="Arial" panose="020B0604020202020204" pitchFamily="34" charset="0"/>
              <a:buNone/>
              <a:defRPr sz="2400" b="0" i="0" kern="1200">
                <a:solidFill>
                  <a:schemeClr val="tx1"/>
                </a:solidFill>
                <a:latin typeface="Readex Pro" pitchFamily="2" charset="-78"/>
                <a:ea typeface="+mn-ea"/>
                <a:cs typeface="Readex Pro" pitchFamily="2" charset="-78"/>
              </a:defRPr>
            </a:lvl2pPr>
            <a:lvl3pPr marL="914400" indent="0" algn="just"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Readex Pro" pitchFamily="2" charset="-78"/>
                <a:ea typeface="+mn-ea"/>
                <a:cs typeface="Readex Pro" pitchFamily="2" charset="-78"/>
              </a:defRPr>
            </a:lvl3pPr>
            <a:lvl4pPr marL="13716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4pPr>
            <a:lvl5pPr marL="1828800" indent="0" algn="just"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50000"/>
              </a:lnSpc>
            </a:pPr>
            <a:r>
              <a:rPr lang="en-VN" sz="2000" dirty="0"/>
              <a:t>Kết quả dự đoán UNet3+ kết hợp SE-ResNeXt</a:t>
            </a:r>
          </a:p>
          <a:p>
            <a:pPr>
              <a:lnSpc>
                <a:spcPct val="150000"/>
              </a:lnSpc>
            </a:pPr>
            <a:endParaRPr lang="en-VN" sz="2000" dirty="0"/>
          </a:p>
        </p:txBody>
      </p:sp>
    </p:spTree>
    <p:extLst>
      <p:ext uri="{BB962C8B-B14F-4D97-AF65-F5344CB8AC3E}">
        <p14:creationId xmlns:p14="http://schemas.microsoft.com/office/powerpoint/2010/main" val="12140668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1E343-6B91-48A5-7AFB-352884A529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2C00B-AB66-5084-F5A0-C6EBCA3F55F8}"/>
              </a:ext>
            </a:extLst>
          </p:cNvPr>
          <p:cNvSpPr>
            <a:spLocks noGrp="1"/>
          </p:cNvSpPr>
          <p:nvPr>
            <p:ph type="title"/>
          </p:nvPr>
        </p:nvSpPr>
        <p:spPr/>
        <p:txBody>
          <a:bodyPr/>
          <a:lstStyle/>
          <a:p>
            <a:r>
              <a:rPr lang="en-VN" dirty="0"/>
              <a:t>4. Kết quả thực nghiệm</a:t>
            </a:r>
          </a:p>
        </p:txBody>
      </p:sp>
      <p:sp>
        <p:nvSpPr>
          <p:cNvPr id="3" name="Content Placeholder 2">
            <a:extLst>
              <a:ext uri="{FF2B5EF4-FFF2-40B4-BE49-F238E27FC236}">
                <a16:creationId xmlns:a16="http://schemas.microsoft.com/office/drawing/2014/main" id="{D578247B-2F38-3659-078E-7808C1B82618}"/>
              </a:ext>
            </a:extLst>
          </p:cNvPr>
          <p:cNvSpPr>
            <a:spLocks noGrp="1"/>
          </p:cNvSpPr>
          <p:nvPr>
            <p:ph idx="1"/>
          </p:nvPr>
        </p:nvSpPr>
        <p:spPr/>
        <p:txBody>
          <a:bodyPr>
            <a:normAutofit/>
          </a:bodyPr>
          <a:lstStyle/>
          <a:p>
            <a:pPr>
              <a:lnSpc>
                <a:spcPct val="200000"/>
              </a:lnSpc>
            </a:pPr>
            <a:r>
              <a:rPr lang="en-VN" sz="2000" dirty="0"/>
              <a:t>4.5 Hiệu suất phân đoạn cho </a:t>
            </a:r>
            <a:r>
              <a:rPr lang="en-VN" sz="2000" b="1" dirty="0"/>
              <a:t>vùng</a:t>
            </a:r>
            <a:r>
              <a:rPr lang="en-VN" sz="2000" dirty="0"/>
              <a:t> </a:t>
            </a:r>
            <a:r>
              <a:rPr lang="en-VN" sz="2000" b="1" dirty="0"/>
              <a:t>phổi</a:t>
            </a:r>
          </a:p>
          <a:p>
            <a:pPr>
              <a:lnSpc>
                <a:spcPct val="200000"/>
              </a:lnSpc>
            </a:pPr>
            <a:endParaRPr lang="en-VN" sz="2000" dirty="0"/>
          </a:p>
        </p:txBody>
      </p:sp>
      <p:pic>
        <p:nvPicPr>
          <p:cNvPr id="5" name="Picture 4">
            <a:extLst>
              <a:ext uri="{FF2B5EF4-FFF2-40B4-BE49-F238E27FC236}">
                <a16:creationId xmlns:a16="http://schemas.microsoft.com/office/drawing/2014/main" id="{24CD2352-96EC-F5C5-68F7-C5E17DFF9C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9708" y="2862116"/>
            <a:ext cx="6212583" cy="2806700"/>
          </a:xfrm>
          <a:prstGeom prst="rect">
            <a:avLst/>
          </a:prstGeom>
        </p:spPr>
      </p:pic>
      <p:sp>
        <p:nvSpPr>
          <p:cNvPr id="6" name="TextBox 5">
            <a:extLst>
              <a:ext uri="{FF2B5EF4-FFF2-40B4-BE49-F238E27FC236}">
                <a16:creationId xmlns:a16="http://schemas.microsoft.com/office/drawing/2014/main" id="{3A3F6E89-4C1B-C410-C772-428A7F3A37F1}"/>
              </a:ext>
            </a:extLst>
          </p:cNvPr>
          <p:cNvSpPr txBox="1"/>
          <p:nvPr/>
        </p:nvSpPr>
        <p:spPr>
          <a:xfrm>
            <a:off x="3124200" y="4632734"/>
            <a:ext cx="1397000" cy="369332"/>
          </a:xfrm>
          <a:prstGeom prst="rect">
            <a:avLst/>
          </a:prstGeom>
          <a:solidFill>
            <a:schemeClr val="bg1"/>
          </a:solidFill>
        </p:spPr>
        <p:txBody>
          <a:bodyPr wrap="square" rtlCol="0">
            <a:spAutoFit/>
          </a:bodyPr>
          <a:lstStyle/>
          <a:p>
            <a:r>
              <a:rPr lang="en-VN" dirty="0">
                <a:latin typeface="Times New Roman" panose="02020603050405020304" pitchFamily="18" charset="0"/>
                <a:cs typeface="Times New Roman" panose="02020603050405020304" pitchFamily="18" charset="0"/>
              </a:rPr>
              <a:t>Nguyen et al</a:t>
            </a:r>
          </a:p>
        </p:txBody>
      </p:sp>
      <p:sp>
        <p:nvSpPr>
          <p:cNvPr id="7" name="TextBox 6">
            <a:extLst>
              <a:ext uri="{FF2B5EF4-FFF2-40B4-BE49-F238E27FC236}">
                <a16:creationId xmlns:a16="http://schemas.microsoft.com/office/drawing/2014/main" id="{66545ABC-97DC-1439-0DE0-35289ACA2E41}"/>
              </a:ext>
            </a:extLst>
          </p:cNvPr>
          <p:cNvSpPr txBox="1"/>
          <p:nvPr/>
        </p:nvSpPr>
        <p:spPr>
          <a:xfrm>
            <a:off x="3124200" y="5165457"/>
            <a:ext cx="1397000" cy="369332"/>
          </a:xfrm>
          <a:prstGeom prst="rect">
            <a:avLst/>
          </a:prstGeom>
          <a:solidFill>
            <a:schemeClr val="bg1"/>
          </a:solidFill>
        </p:spPr>
        <p:txBody>
          <a:bodyPr wrap="square" rtlCol="0">
            <a:spAutoFit/>
          </a:bodyPr>
          <a:lstStyle/>
          <a:p>
            <a:r>
              <a:rPr lang="en-VN" dirty="0"/>
              <a:t>Nguyen et al</a:t>
            </a:r>
          </a:p>
        </p:txBody>
      </p:sp>
    </p:spTree>
    <p:extLst>
      <p:ext uri="{BB962C8B-B14F-4D97-AF65-F5344CB8AC3E}">
        <p14:creationId xmlns:p14="http://schemas.microsoft.com/office/powerpoint/2010/main" val="26653034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30834-059E-5036-0F92-85B403E910F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8EDE114-18CE-FFA8-0896-DEBB41C5D6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9899" y="2717800"/>
            <a:ext cx="6285285" cy="3632200"/>
          </a:xfrm>
          <a:prstGeom prst="rect">
            <a:avLst/>
          </a:prstGeom>
        </p:spPr>
      </p:pic>
      <p:sp>
        <p:nvSpPr>
          <p:cNvPr id="2" name="Title 1">
            <a:extLst>
              <a:ext uri="{FF2B5EF4-FFF2-40B4-BE49-F238E27FC236}">
                <a16:creationId xmlns:a16="http://schemas.microsoft.com/office/drawing/2014/main" id="{5BD3E74D-C50D-341B-A508-A55107D262CD}"/>
              </a:ext>
            </a:extLst>
          </p:cNvPr>
          <p:cNvSpPr>
            <a:spLocks noGrp="1"/>
          </p:cNvSpPr>
          <p:nvPr>
            <p:ph type="title"/>
          </p:nvPr>
        </p:nvSpPr>
        <p:spPr/>
        <p:txBody>
          <a:bodyPr/>
          <a:lstStyle/>
          <a:p>
            <a:r>
              <a:rPr lang="en-VN" dirty="0"/>
              <a:t>4. Kết quả thực nghiệm</a:t>
            </a:r>
          </a:p>
        </p:txBody>
      </p:sp>
      <p:sp>
        <p:nvSpPr>
          <p:cNvPr id="3" name="Content Placeholder 2">
            <a:extLst>
              <a:ext uri="{FF2B5EF4-FFF2-40B4-BE49-F238E27FC236}">
                <a16:creationId xmlns:a16="http://schemas.microsoft.com/office/drawing/2014/main" id="{83BFBCBF-D12A-C4AC-C612-9F2F0DA052CB}"/>
              </a:ext>
            </a:extLst>
          </p:cNvPr>
          <p:cNvSpPr>
            <a:spLocks noGrp="1"/>
          </p:cNvSpPr>
          <p:nvPr>
            <p:ph idx="1"/>
          </p:nvPr>
        </p:nvSpPr>
        <p:spPr/>
        <p:txBody>
          <a:bodyPr>
            <a:normAutofit/>
          </a:bodyPr>
          <a:lstStyle/>
          <a:p>
            <a:pPr>
              <a:lnSpc>
                <a:spcPct val="200000"/>
              </a:lnSpc>
            </a:pPr>
            <a:r>
              <a:rPr lang="en-VN" sz="2000" dirty="0"/>
              <a:t>4.5 Hiệu suất phân đoạn cho </a:t>
            </a:r>
            <a:r>
              <a:rPr lang="en-VN" sz="2000" b="1" dirty="0"/>
              <a:t>vùng nhiễm COVID-19</a:t>
            </a:r>
          </a:p>
          <a:p>
            <a:pPr>
              <a:lnSpc>
                <a:spcPct val="200000"/>
              </a:lnSpc>
            </a:pPr>
            <a:endParaRPr lang="en-VN" sz="2000" dirty="0"/>
          </a:p>
        </p:txBody>
      </p:sp>
      <p:sp>
        <p:nvSpPr>
          <p:cNvPr id="6" name="TextBox 5">
            <a:extLst>
              <a:ext uri="{FF2B5EF4-FFF2-40B4-BE49-F238E27FC236}">
                <a16:creationId xmlns:a16="http://schemas.microsoft.com/office/drawing/2014/main" id="{FCDD1A9E-4AAE-17E4-437E-D1442BFBF8D7}"/>
              </a:ext>
            </a:extLst>
          </p:cNvPr>
          <p:cNvSpPr txBox="1"/>
          <p:nvPr/>
        </p:nvSpPr>
        <p:spPr>
          <a:xfrm>
            <a:off x="3162300" y="5808543"/>
            <a:ext cx="1397000" cy="369332"/>
          </a:xfrm>
          <a:prstGeom prst="rect">
            <a:avLst/>
          </a:prstGeom>
          <a:solidFill>
            <a:schemeClr val="bg1"/>
          </a:solidFill>
        </p:spPr>
        <p:txBody>
          <a:bodyPr wrap="square" rtlCol="0">
            <a:spAutoFit/>
          </a:bodyPr>
          <a:lstStyle/>
          <a:p>
            <a:r>
              <a:rPr lang="en-VN" dirty="0">
                <a:latin typeface="Times New Roman" panose="02020603050405020304" pitchFamily="18" charset="0"/>
                <a:cs typeface="Times New Roman" panose="02020603050405020304" pitchFamily="18" charset="0"/>
              </a:rPr>
              <a:t>Nguyen et al</a:t>
            </a:r>
          </a:p>
        </p:txBody>
      </p:sp>
      <p:sp>
        <p:nvSpPr>
          <p:cNvPr id="7" name="TextBox 6">
            <a:extLst>
              <a:ext uri="{FF2B5EF4-FFF2-40B4-BE49-F238E27FC236}">
                <a16:creationId xmlns:a16="http://schemas.microsoft.com/office/drawing/2014/main" id="{E904D56C-AAC8-6CE9-376D-E7CC804F929B}"/>
              </a:ext>
            </a:extLst>
          </p:cNvPr>
          <p:cNvSpPr txBox="1"/>
          <p:nvPr/>
        </p:nvSpPr>
        <p:spPr>
          <a:xfrm>
            <a:off x="3162300" y="5287724"/>
            <a:ext cx="1397000" cy="369332"/>
          </a:xfrm>
          <a:prstGeom prst="rect">
            <a:avLst/>
          </a:prstGeom>
          <a:solidFill>
            <a:schemeClr val="bg1"/>
          </a:solidFill>
        </p:spPr>
        <p:txBody>
          <a:bodyPr wrap="square" rtlCol="0">
            <a:spAutoFit/>
          </a:bodyPr>
          <a:lstStyle/>
          <a:p>
            <a:r>
              <a:rPr lang="en-VN" dirty="0"/>
              <a:t>Nguyen et al</a:t>
            </a:r>
          </a:p>
        </p:txBody>
      </p:sp>
      <p:sp>
        <p:nvSpPr>
          <p:cNvPr id="11" name="TextBox 10">
            <a:extLst>
              <a:ext uri="{FF2B5EF4-FFF2-40B4-BE49-F238E27FC236}">
                <a16:creationId xmlns:a16="http://schemas.microsoft.com/office/drawing/2014/main" id="{FDA73903-F6A9-F11B-D814-633DB03B9B86}"/>
              </a:ext>
            </a:extLst>
          </p:cNvPr>
          <p:cNvSpPr txBox="1"/>
          <p:nvPr/>
        </p:nvSpPr>
        <p:spPr>
          <a:xfrm flipV="1">
            <a:off x="3276599" y="4982377"/>
            <a:ext cx="1188000" cy="180000"/>
          </a:xfrm>
          <a:prstGeom prst="rect">
            <a:avLst/>
          </a:prstGeom>
          <a:solidFill>
            <a:schemeClr val="bg1"/>
          </a:solidFill>
        </p:spPr>
        <p:txBody>
          <a:bodyPr wrap="square" rtlCol="0">
            <a:spAutoFit/>
          </a:bodyPr>
          <a:lstStyle/>
          <a:p>
            <a:endParaRPr lang="en-VN" dirty="0"/>
          </a:p>
        </p:txBody>
      </p:sp>
      <p:sp>
        <p:nvSpPr>
          <p:cNvPr id="9" name="TextBox 8">
            <a:extLst>
              <a:ext uri="{FF2B5EF4-FFF2-40B4-BE49-F238E27FC236}">
                <a16:creationId xmlns:a16="http://schemas.microsoft.com/office/drawing/2014/main" id="{D8F39E26-10ED-E274-93E8-E24241A10381}"/>
              </a:ext>
            </a:extLst>
          </p:cNvPr>
          <p:cNvSpPr txBox="1"/>
          <p:nvPr/>
        </p:nvSpPr>
        <p:spPr>
          <a:xfrm>
            <a:off x="3162300" y="4874756"/>
            <a:ext cx="1397000" cy="369332"/>
          </a:xfrm>
          <a:prstGeom prst="rect">
            <a:avLst/>
          </a:prstGeom>
          <a:noFill/>
        </p:spPr>
        <p:txBody>
          <a:bodyPr wrap="square" rtlCol="0">
            <a:spAutoFit/>
          </a:bodyPr>
          <a:lstStyle/>
          <a:p>
            <a:r>
              <a:rPr lang="en-US" dirty="0"/>
              <a:t>Budak</a:t>
            </a:r>
            <a:r>
              <a:rPr lang="en-VN" dirty="0"/>
              <a:t> et al</a:t>
            </a:r>
          </a:p>
        </p:txBody>
      </p:sp>
      <p:sp>
        <p:nvSpPr>
          <p:cNvPr id="13" name="TextBox 12">
            <a:extLst>
              <a:ext uri="{FF2B5EF4-FFF2-40B4-BE49-F238E27FC236}">
                <a16:creationId xmlns:a16="http://schemas.microsoft.com/office/drawing/2014/main" id="{0E89D176-0AB6-F144-3119-D561B016F6DC}"/>
              </a:ext>
            </a:extLst>
          </p:cNvPr>
          <p:cNvSpPr txBox="1"/>
          <p:nvPr/>
        </p:nvSpPr>
        <p:spPr>
          <a:xfrm>
            <a:off x="3162300" y="4461789"/>
            <a:ext cx="1397000" cy="369332"/>
          </a:xfrm>
          <a:prstGeom prst="rect">
            <a:avLst/>
          </a:prstGeom>
          <a:solidFill>
            <a:schemeClr val="bg1"/>
          </a:solidFill>
        </p:spPr>
        <p:txBody>
          <a:bodyPr wrap="square" rtlCol="0">
            <a:spAutoFit/>
          </a:bodyPr>
          <a:lstStyle/>
          <a:p>
            <a:r>
              <a:rPr lang="en-US" dirty="0"/>
              <a:t>Zhou </a:t>
            </a:r>
            <a:r>
              <a:rPr lang="en-VN" dirty="0"/>
              <a:t>et al</a:t>
            </a:r>
          </a:p>
        </p:txBody>
      </p:sp>
    </p:spTree>
    <p:extLst>
      <p:ext uri="{BB962C8B-B14F-4D97-AF65-F5344CB8AC3E}">
        <p14:creationId xmlns:p14="http://schemas.microsoft.com/office/powerpoint/2010/main" val="9065137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04A32-B24B-43FE-20A8-1A7C43A5F1A4}"/>
              </a:ext>
            </a:extLst>
          </p:cNvPr>
          <p:cNvSpPr>
            <a:spLocks noGrp="1"/>
          </p:cNvSpPr>
          <p:nvPr>
            <p:ph type="title"/>
          </p:nvPr>
        </p:nvSpPr>
        <p:spPr/>
        <p:txBody>
          <a:bodyPr/>
          <a:lstStyle/>
          <a:p>
            <a:r>
              <a:rPr lang="en-VN" dirty="0"/>
              <a:t>5. Kết luận</a:t>
            </a:r>
          </a:p>
        </p:txBody>
      </p:sp>
      <p:sp>
        <p:nvSpPr>
          <p:cNvPr id="8" name="Content Placeholder 7">
            <a:extLst>
              <a:ext uri="{FF2B5EF4-FFF2-40B4-BE49-F238E27FC236}">
                <a16:creationId xmlns:a16="http://schemas.microsoft.com/office/drawing/2014/main" id="{42B440F3-53E1-E7E7-16C2-22E31CD86C31}"/>
              </a:ext>
            </a:extLst>
          </p:cNvPr>
          <p:cNvSpPr>
            <a:spLocks noGrp="1"/>
          </p:cNvSpPr>
          <p:nvPr>
            <p:ph idx="1"/>
          </p:nvPr>
        </p:nvSpPr>
        <p:spPr/>
        <p:txBody>
          <a:bodyPr>
            <a:normAutofit/>
          </a:bodyPr>
          <a:lstStyle/>
          <a:p>
            <a:pPr marL="342900" indent="-342900">
              <a:buFont typeface="Wingdings" pitchFamily="2" charset="2"/>
              <a:buChar char="v"/>
            </a:pPr>
            <a:r>
              <a:rPr lang="vi-VN" sz="2000" dirty="0"/>
              <a:t>Đóng góp chính của đề tài</a:t>
            </a:r>
          </a:p>
          <a:p>
            <a:endParaRPr lang="vi-VN" sz="2000" dirty="0"/>
          </a:p>
          <a:p>
            <a:pPr marL="800100" lvl="1" indent="-342900">
              <a:buFont typeface="Wingdings" pitchFamily="2" charset="2"/>
              <a:buChar char="Ø"/>
            </a:pPr>
            <a:r>
              <a:rPr lang="vi-VN" sz="2000" dirty="0"/>
              <a:t>Cải tiến thành công UNet3+ mang lại kết quả vượt trội hơn kiến trúc gốc.</a:t>
            </a:r>
          </a:p>
          <a:p>
            <a:pPr marL="800100" lvl="1" indent="-342900">
              <a:buFont typeface="Wingdings" pitchFamily="2" charset="2"/>
              <a:buChar char="Ø"/>
            </a:pPr>
            <a:endParaRPr lang="vi-VN" sz="2000" dirty="0"/>
          </a:p>
          <a:p>
            <a:pPr marL="800100" lvl="1" indent="-342900">
              <a:buFont typeface="Wingdings" pitchFamily="2" charset="2"/>
              <a:buChar char="Ø"/>
            </a:pPr>
            <a:r>
              <a:rPr lang="vi-VN" sz="2000" dirty="0"/>
              <a:t>Kết quả cho thấy phương pháp tăng cường kết hợp có hiệu quả cao nhất, chứng minh được hiệu quả của tăng cường dữ liệu trên dữ liệu y tế.</a:t>
            </a:r>
          </a:p>
          <a:p>
            <a:pPr marL="800100" lvl="1" indent="-342900">
              <a:buFont typeface="Wingdings" pitchFamily="2" charset="2"/>
              <a:buChar char="Ø"/>
            </a:pPr>
            <a:endParaRPr lang="vi-VN" sz="2000" dirty="0"/>
          </a:p>
          <a:p>
            <a:pPr marL="800100" lvl="1" indent="-342900">
              <a:buFont typeface="Wingdings" pitchFamily="2" charset="2"/>
              <a:buChar char="Ø"/>
            </a:pPr>
            <a:r>
              <a:rPr lang="vi-VN" sz="2000" dirty="0"/>
              <a:t>Nâng cao hiệu quả xác định vùng phổi so với nghiên cứu liên quan.</a:t>
            </a:r>
          </a:p>
          <a:p>
            <a:pPr marL="800100" lvl="1" indent="-342900">
              <a:buFont typeface="Wingdings" pitchFamily="2" charset="2"/>
              <a:buChar char="Ø"/>
            </a:pPr>
            <a:endParaRPr lang="vi-VN" sz="2000" dirty="0"/>
          </a:p>
          <a:p>
            <a:pPr marL="800100" lvl="1" indent="-342900">
              <a:buFont typeface="Wingdings" pitchFamily="2" charset="2"/>
              <a:buChar char="Ø"/>
            </a:pPr>
            <a:r>
              <a:rPr lang="vi-VN" sz="2000" dirty="0"/>
              <a:t>Hiệu suất xác định vùng nhiễm COVID-19 được nâng cao ~1% so với nghiên cứu sử dụng UNet++ kết hợp SE-ResNeXt và ~8% so với nghiên cứu dùng Unet tích hợp attention mechanism.</a:t>
            </a:r>
          </a:p>
        </p:txBody>
      </p:sp>
    </p:spTree>
    <p:extLst>
      <p:ext uri="{BB962C8B-B14F-4D97-AF65-F5344CB8AC3E}">
        <p14:creationId xmlns:p14="http://schemas.microsoft.com/office/powerpoint/2010/main" val="15971580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FCE421-6AE1-B007-D4B9-BE802C4C9F37}"/>
              </a:ext>
            </a:extLst>
          </p:cNvPr>
          <p:cNvSpPr>
            <a:spLocks noGrp="1"/>
          </p:cNvSpPr>
          <p:nvPr>
            <p:ph type="ctrTitle"/>
          </p:nvPr>
        </p:nvSpPr>
        <p:spPr/>
        <p:txBody>
          <a:bodyPr/>
          <a:lstStyle/>
          <a:p>
            <a:r>
              <a:rPr lang="en-VN" dirty="0"/>
              <a:t>Demo ứng dụng</a:t>
            </a:r>
          </a:p>
        </p:txBody>
      </p:sp>
    </p:spTree>
    <p:extLst>
      <p:ext uri="{BB962C8B-B14F-4D97-AF65-F5344CB8AC3E}">
        <p14:creationId xmlns:p14="http://schemas.microsoft.com/office/powerpoint/2010/main" val="23522060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A59E51-C619-B13A-4BB1-E098EC5EB723}"/>
              </a:ext>
            </a:extLst>
          </p:cNvPr>
          <p:cNvSpPr>
            <a:spLocks noGrp="1"/>
          </p:cNvSpPr>
          <p:nvPr>
            <p:ph type="ctrTitle"/>
          </p:nvPr>
        </p:nvSpPr>
        <p:spPr/>
        <p:txBody>
          <a:bodyPr/>
          <a:lstStyle/>
          <a:p>
            <a:r>
              <a:rPr lang="en-VN" sz="3600" dirty="0"/>
              <a:t>Cảm ơn quý thầy cô và các bạn đã lắng nghe</a:t>
            </a:r>
          </a:p>
        </p:txBody>
      </p:sp>
    </p:spTree>
    <p:extLst>
      <p:ext uri="{BB962C8B-B14F-4D97-AF65-F5344CB8AC3E}">
        <p14:creationId xmlns:p14="http://schemas.microsoft.com/office/powerpoint/2010/main" val="29729403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5640</TotalTime>
  <Words>1444</Words>
  <Application>Microsoft Office PowerPoint</Application>
  <PresentationFormat>Widescreen</PresentationFormat>
  <Paragraphs>222</Paragraphs>
  <Slides>37</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Readex Pro</vt:lpstr>
      <vt:lpstr>Calibri</vt:lpstr>
      <vt:lpstr>Wingdings</vt:lpstr>
      <vt:lpstr>K2D</vt:lpstr>
      <vt:lpstr>Barlow</vt:lpstr>
      <vt:lpstr>Arial</vt:lpstr>
      <vt:lpstr>Times New Roman</vt:lpstr>
      <vt:lpstr>Office Theme</vt:lpstr>
      <vt:lpstr>TRƯỜNG ĐẠI HỌC CẦN THƠ TRƯỜNG CÔNG NGHỆ THÔNG TIN &amp; TRUYỀN THÔNG KHOA CÔNG NGHỆ THÔNG TIN</vt:lpstr>
      <vt:lpstr>Nội dung</vt:lpstr>
      <vt:lpstr>1. Đặt vấn đề</vt:lpstr>
      <vt:lpstr>1. Đặt vấn đề - Tầm quan trọng</vt:lpstr>
      <vt:lpstr>1. Đặt vấn đề - Thách thức</vt:lpstr>
      <vt:lpstr>1. Đặt vấn đề</vt:lpstr>
      <vt:lpstr>2. Nội dung nghiên cứu</vt:lpstr>
      <vt:lpstr>3. Phương pháp thực nghiệm</vt:lpstr>
      <vt:lpstr>3. Phương pháp thực nghiệm</vt:lpstr>
      <vt:lpstr>3. Phương pháp thực nghiệm</vt:lpstr>
      <vt:lpstr>PowerPoint Presentation</vt:lpstr>
      <vt:lpstr>3. Phương pháp thực nghiệm</vt:lpstr>
      <vt:lpstr>3. Phương pháp thực nghiệm</vt:lpstr>
      <vt:lpstr>3. Phương pháp thực nghiệm</vt:lpstr>
      <vt:lpstr>3. Phương pháp thực nghiệm</vt:lpstr>
      <vt:lpstr>3. Phương pháp thực nghiệm</vt:lpstr>
      <vt:lpstr>3. Phương pháp thực nghiệm</vt:lpstr>
      <vt:lpstr>PowerPoint Presentation</vt:lpstr>
      <vt:lpstr>3. Phương pháp thực nghiệm</vt:lpstr>
      <vt:lpstr>PowerPoint Presentation</vt:lpstr>
      <vt:lpstr>3. Phương pháp thực nghiệm</vt:lpstr>
      <vt:lpstr>4. Kết quả thực nghiệm</vt:lpstr>
      <vt:lpstr>4. Kết quả thực nghiệm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 Kết quả thực nghiệm</vt:lpstr>
      <vt:lpstr>4. Kết quả thực nghiệm</vt:lpstr>
      <vt:lpstr>5. Kết luận</vt:lpstr>
      <vt:lpstr>Demo ứng dụng</vt:lpstr>
      <vt:lpstr>Cảm ơn quý thầy cô và các bạn đã lắng nghe</vt:lpstr>
    </vt:vector>
  </TitlesOfParts>
  <Company>Can Tho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PowerPointTemplate_Blank</dc:title>
  <dc:creator>CTU Media</dc:creator>
  <cp:lastModifiedBy>Việt Nguyễn</cp:lastModifiedBy>
  <cp:revision>253</cp:revision>
  <dcterms:created xsi:type="dcterms:W3CDTF">2022-07-01T08:15:51Z</dcterms:created>
  <dcterms:modified xsi:type="dcterms:W3CDTF">2025-04-01T15:20:14Z</dcterms:modified>
</cp:coreProperties>
</file>